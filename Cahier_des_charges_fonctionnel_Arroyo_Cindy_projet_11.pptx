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2" r:id="rId3"/>
    <p:sldId id="257" r:id="rId4"/>
    <p:sldId id="259" r:id="rId5"/>
    <p:sldId id="260" r:id="rId6"/>
    <p:sldId id="261" r:id="rId7"/>
    <p:sldId id="262" r:id="rId8"/>
    <p:sldId id="359" r:id="rId9"/>
    <p:sldId id="360" r:id="rId10"/>
    <p:sldId id="264" r:id="rId11"/>
    <p:sldId id="265" r:id="rId12"/>
    <p:sldId id="266" r:id="rId13"/>
    <p:sldId id="345" r:id="rId14"/>
    <p:sldId id="268" r:id="rId15"/>
    <p:sldId id="370" r:id="rId16"/>
    <p:sldId id="270" r:id="rId17"/>
    <p:sldId id="364" r:id="rId18"/>
    <p:sldId id="371" r:id="rId19"/>
    <p:sldId id="314" r:id="rId20"/>
    <p:sldId id="368" r:id="rId21"/>
    <p:sldId id="369" r:id="rId22"/>
    <p:sldId id="372" r:id="rId23"/>
    <p:sldId id="362" r:id="rId24"/>
    <p:sldId id="366" r:id="rId25"/>
    <p:sldId id="365" r:id="rId26"/>
    <p:sldId id="367" r:id="rId27"/>
  </p:sldIdLst>
  <p:sldSz cx="9144000" cy="5143500" type="screen16x9"/>
  <p:notesSz cx="6858000" cy="9144000"/>
  <p:embeddedFontLst>
    <p:embeddedFont>
      <p:font typeface="Dosis" pitchFamily="2" charset="0"/>
      <p:regular r:id="rId29"/>
      <p:bold r:id="rId30"/>
    </p:embeddedFont>
    <p:embeddedFont>
      <p:font typeface="Montserrat" panose="00000500000000000000" pitchFamily="2" charset="0"/>
      <p:regular r:id="rId31"/>
      <p:bold r:id="rId32"/>
      <p:italic r:id="rId33"/>
      <p:boldItalic r:id="rId34"/>
    </p:embeddedFont>
    <p:embeddedFont>
      <p:font typeface="Space Grotesk" panose="020B0604020202020204" charset="0"/>
      <p:regular r:id="rId35"/>
      <p:bold r:id="rId36"/>
    </p:embeddedFont>
    <p:embeddedFont>
      <p:font typeface="Space Grotesk Light" panose="020B0604020202020204" charset="0"/>
      <p:regular r:id="rId37"/>
      <p:bold r:id="rId38"/>
    </p:embeddedFont>
    <p:embeddedFont>
      <p:font typeface="Space Grotesk Medium" panose="020B0604020202020204" charset="0"/>
      <p:regular r:id="rId39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4" roundtripDataSignature="AMtx7mjdhnSw0mXkQg9u0bc1nEdsQBft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3BC280-68B0-4203-83B2-66A21894B65F}" v="1" dt="2024-09-16T23:24:14.487"/>
  </p1510:revLst>
</p1510:revInfo>
</file>

<file path=ppt/tableStyles.xml><?xml version="1.0" encoding="utf-8"?>
<a:tblStyleLst xmlns:a="http://schemas.openxmlformats.org/drawingml/2006/main" def="{40272DF2-5866-4BD9-90D9-472611E76D45}">
  <a:tblStyle styleId="{40272DF2-5866-4BD9-90D9-472611E76D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60" autoAdjust="0"/>
  </p:normalViewPr>
  <p:slideViewPr>
    <p:cSldViewPr snapToGrid="0">
      <p:cViewPr varScale="1">
        <p:scale>
          <a:sx n="85" d="100"/>
          <a:sy n="85" d="100"/>
        </p:scale>
        <p:origin x="1020" y="84"/>
      </p:cViewPr>
      <p:guideLst/>
    </p:cSldViewPr>
  </p:slideViewPr>
  <p:outlineViewPr>
    <p:cViewPr>
      <p:scale>
        <a:sx n="33" d="100"/>
        <a:sy n="33" d="100"/>
      </p:scale>
      <p:origin x="0" y="-198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333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84" Type="http://customschemas.google.com/relationships/presentationmetadata" Target="metadata"/><Relationship Id="rId89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90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20" Type="http://schemas.openxmlformats.org/officeDocument/2006/relationships/slide" Target="slides/slide19.xml"/><Relationship Id="rId8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oit ahsee" userId="c0f79adc8ed6716f" providerId="LiveId" clId="{333BC280-68B0-4203-83B2-66A21894B65F}"/>
    <pc:docChg chg="modSld">
      <pc:chgData name="benoit ahsee" userId="c0f79adc8ed6716f" providerId="LiveId" clId="{333BC280-68B0-4203-83B2-66A21894B65F}" dt="2024-09-17T14:09:50.094" v="45" actId="6549"/>
      <pc:docMkLst>
        <pc:docMk/>
      </pc:docMkLst>
      <pc:sldChg chg="modSp mod">
        <pc:chgData name="benoit ahsee" userId="c0f79adc8ed6716f" providerId="LiveId" clId="{333BC280-68B0-4203-83B2-66A21894B65F}" dt="2024-09-17T14:09:12.531" v="39" actId="6549"/>
        <pc:sldMkLst>
          <pc:docMk/>
          <pc:sldMk cId="0" sldId="265"/>
        </pc:sldMkLst>
        <pc:spChg chg="mod">
          <ac:chgData name="benoit ahsee" userId="c0f79adc8ed6716f" providerId="LiveId" clId="{333BC280-68B0-4203-83B2-66A21894B65F}" dt="2024-09-17T14:09:12.531" v="39" actId="6549"/>
          <ac:spMkLst>
            <pc:docMk/>
            <pc:sldMk cId="0" sldId="265"/>
            <ac:spMk id="6" creationId="{0443F80C-6FC8-4FA7-93FB-9C34401F5F8F}"/>
          </ac:spMkLst>
        </pc:spChg>
      </pc:sldChg>
      <pc:sldChg chg="modSp mod">
        <pc:chgData name="benoit ahsee" userId="c0f79adc8ed6716f" providerId="LiveId" clId="{333BC280-68B0-4203-83B2-66A21894B65F}" dt="2024-09-17T14:09:50.094" v="45" actId="6549"/>
        <pc:sldMkLst>
          <pc:docMk/>
          <pc:sldMk cId="2061735931" sldId="364"/>
        </pc:sldMkLst>
        <pc:spChg chg="mod">
          <ac:chgData name="benoit ahsee" userId="c0f79adc8ed6716f" providerId="LiveId" clId="{333BC280-68B0-4203-83B2-66A21894B65F}" dt="2024-09-17T14:09:50.094" v="45" actId="6549"/>
          <ac:spMkLst>
            <pc:docMk/>
            <pc:sldMk cId="2061735931" sldId="364"/>
            <ac:spMk id="3" creationId="{8F4EC69C-8F97-9E7E-D09A-CE72F04A2AEB}"/>
          </ac:spMkLst>
        </pc:spChg>
      </pc:sldChg>
      <pc:sldChg chg="modSp mod">
        <pc:chgData name="benoit ahsee" userId="c0f79adc8ed6716f" providerId="LiveId" clId="{333BC280-68B0-4203-83B2-66A21894B65F}" dt="2024-09-17T10:11:46.328" v="37" actId="6549"/>
        <pc:sldMkLst>
          <pc:docMk/>
          <pc:sldMk cId="676290898" sldId="367"/>
        </pc:sldMkLst>
        <pc:spChg chg="mod">
          <ac:chgData name="benoit ahsee" userId="c0f79adc8ed6716f" providerId="LiveId" clId="{333BC280-68B0-4203-83B2-66A21894B65F}" dt="2024-09-17T10:11:46.328" v="37" actId="6549"/>
          <ac:spMkLst>
            <pc:docMk/>
            <pc:sldMk cId="676290898" sldId="367"/>
            <ac:spMk id="3" creationId="{7F988345-0D33-D529-3840-EA6FDBD72DD9}"/>
          </ac:spMkLst>
        </pc:spChg>
      </pc:sldChg>
      <pc:sldChg chg="modSp mod">
        <pc:chgData name="benoit ahsee" userId="c0f79adc8ed6716f" providerId="LiveId" clId="{333BC280-68B0-4203-83B2-66A21894B65F}" dt="2024-09-17T14:09:28.442" v="40" actId="1076"/>
        <pc:sldMkLst>
          <pc:docMk/>
          <pc:sldMk cId="1095251369" sldId="370"/>
        </pc:sldMkLst>
        <pc:spChg chg="mod">
          <ac:chgData name="benoit ahsee" userId="c0f79adc8ed6716f" providerId="LiveId" clId="{333BC280-68B0-4203-83B2-66A21894B65F}" dt="2024-09-17T14:09:28.442" v="40" actId="1076"/>
          <ac:spMkLst>
            <pc:docMk/>
            <pc:sldMk cId="1095251369" sldId="370"/>
            <ac:spMk id="3" creationId="{BE9391F9-4A31-7930-FDF2-7E26511ED7D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7" name="Google Shape;222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8" name="Google Shape;222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Google Shape;236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66" name="Google Shape;236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5190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3" name="Google Shape;22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4" name="Google Shape;223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6" name="Google Shape;22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7" name="Google Shape;225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2" name="Google Shape;226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63" name="Google Shape;22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69" name="Google Shape;22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5" name="Google Shape;22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5" name="Google Shape;22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93111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5" name="Google Shape;22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0681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7" name="Google Shape;231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8" name="Google Shape;231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3" name="Google Shape;232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4" name="Google Shape;23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9" name="Google Shape;23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0" name="Google Shape;233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5" name="Google Shape;23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6" name="Google Shape;233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82242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1" name="Google Shape;23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2" name="Google Shape;234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4304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Google Shape;23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4" name="Google Shape;23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94245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00110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9" name="Google Shape;235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0" name="Google Shape;2360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64694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Google Shape;23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4" name="Google Shape;23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60903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5178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274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Google Shape;23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4" name="Google Shape;23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83111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16340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Google Shape;23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4" name="Google Shape;23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6457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8" name="Google Shape;2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2237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43"/>
          <p:cNvSpPr txBox="1">
            <a:spLocks noGrp="1"/>
          </p:cNvSpPr>
          <p:nvPr>
            <p:ph type="ctrTitle"/>
          </p:nvPr>
        </p:nvSpPr>
        <p:spPr>
          <a:xfrm>
            <a:off x="682500" y="614500"/>
            <a:ext cx="5200800" cy="30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43"/>
          <p:cNvSpPr txBox="1">
            <a:spLocks noGrp="1"/>
          </p:cNvSpPr>
          <p:nvPr>
            <p:ph type="subTitle" idx="1"/>
          </p:nvPr>
        </p:nvSpPr>
        <p:spPr>
          <a:xfrm>
            <a:off x="682500" y="3886250"/>
            <a:ext cx="3808500" cy="442200"/>
          </a:xfrm>
          <a:prstGeom prst="rect">
            <a:avLst/>
          </a:prstGeom>
          <a:solidFill>
            <a:srgbClr val="00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 b="1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43"/>
          <p:cNvSpPr/>
          <p:nvPr/>
        </p:nvSpPr>
        <p:spPr>
          <a:xfrm>
            <a:off x="5993880" y="914866"/>
            <a:ext cx="823936" cy="823879"/>
          </a:xfrm>
          <a:custGeom>
            <a:avLst/>
            <a:gdLst/>
            <a:ahLst/>
            <a:cxnLst/>
            <a:rect l="l" t="t" r="r" b="b"/>
            <a:pathLst>
              <a:path w="14462" h="14461" extrusionOk="0">
                <a:moveTo>
                  <a:pt x="7222" y="0"/>
                </a:moveTo>
                <a:lnTo>
                  <a:pt x="1" y="7221"/>
                </a:lnTo>
                <a:lnTo>
                  <a:pt x="7222" y="14461"/>
                </a:lnTo>
                <a:lnTo>
                  <a:pt x="14461" y="7221"/>
                </a:lnTo>
                <a:lnTo>
                  <a:pt x="7222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/>
          <p:nvPr/>
        </p:nvSpPr>
        <p:spPr>
          <a:xfrm>
            <a:off x="7667336" y="2762105"/>
            <a:ext cx="849376" cy="851911"/>
          </a:xfrm>
          <a:custGeom>
            <a:avLst/>
            <a:gdLst/>
            <a:ahLst/>
            <a:cxnLst/>
            <a:rect l="l" t="t" r="r" b="b"/>
            <a:pathLst>
              <a:path w="6031" h="6049" extrusionOk="0">
                <a:moveTo>
                  <a:pt x="3015" y="0"/>
                </a:moveTo>
                <a:lnTo>
                  <a:pt x="0" y="3034"/>
                </a:lnTo>
                <a:lnTo>
                  <a:pt x="3015" y="6049"/>
                </a:lnTo>
                <a:lnTo>
                  <a:pt x="6030" y="3034"/>
                </a:lnTo>
                <a:lnTo>
                  <a:pt x="3015" y="0"/>
                </a:lnTo>
                <a:close/>
              </a:path>
            </a:pathLst>
          </a:custGeom>
          <a:gradFill>
            <a:gsLst>
              <a:gs pos="0">
                <a:srgbClr val="674EA7"/>
              </a:gs>
              <a:gs pos="100000">
                <a:srgbClr val="00FFFF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3"/>
          <p:cNvSpPr/>
          <p:nvPr/>
        </p:nvSpPr>
        <p:spPr>
          <a:xfrm>
            <a:off x="6928114" y="1582609"/>
            <a:ext cx="912329" cy="912329"/>
          </a:xfrm>
          <a:custGeom>
            <a:avLst/>
            <a:gdLst/>
            <a:ahLst/>
            <a:cxnLst/>
            <a:rect l="l" t="t" r="r" b="b"/>
            <a:pathLst>
              <a:path w="6478" h="6478" extrusionOk="0">
                <a:moveTo>
                  <a:pt x="447" y="3239"/>
                </a:moveTo>
                <a:lnTo>
                  <a:pt x="3239" y="6031"/>
                </a:lnTo>
                <a:lnTo>
                  <a:pt x="6031" y="3239"/>
                </a:lnTo>
                <a:lnTo>
                  <a:pt x="3239" y="429"/>
                </a:lnTo>
                <a:close/>
                <a:moveTo>
                  <a:pt x="3239" y="6477"/>
                </a:moveTo>
                <a:lnTo>
                  <a:pt x="1" y="3239"/>
                </a:lnTo>
                <a:lnTo>
                  <a:pt x="3239" y="1"/>
                </a:lnTo>
                <a:lnTo>
                  <a:pt x="6477" y="3239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43"/>
          <p:cNvSpPr/>
          <p:nvPr/>
        </p:nvSpPr>
        <p:spPr>
          <a:xfrm>
            <a:off x="7795777" y="2890545"/>
            <a:ext cx="592493" cy="595169"/>
          </a:xfrm>
          <a:custGeom>
            <a:avLst/>
            <a:gdLst/>
            <a:ahLst/>
            <a:cxnLst/>
            <a:rect l="l" t="t" r="r" b="b"/>
            <a:pathLst>
              <a:path w="4207" h="4226" extrusionOk="0">
                <a:moveTo>
                  <a:pt x="428" y="2122"/>
                </a:moveTo>
                <a:lnTo>
                  <a:pt x="2103" y="3778"/>
                </a:lnTo>
                <a:lnTo>
                  <a:pt x="3778" y="2122"/>
                </a:lnTo>
                <a:lnTo>
                  <a:pt x="2103" y="447"/>
                </a:lnTo>
                <a:close/>
                <a:moveTo>
                  <a:pt x="2103" y="4225"/>
                </a:moveTo>
                <a:lnTo>
                  <a:pt x="0" y="2122"/>
                </a:lnTo>
                <a:lnTo>
                  <a:pt x="2103" y="0"/>
                </a:lnTo>
                <a:lnTo>
                  <a:pt x="4206" y="2122"/>
                </a:lnTo>
                <a:close/>
              </a:path>
            </a:pathLst>
          </a:custGeom>
          <a:gradFill>
            <a:gsLst>
              <a:gs pos="0">
                <a:srgbClr val="674EA7"/>
              </a:gs>
              <a:gs pos="100000">
                <a:srgbClr val="351C75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43"/>
          <p:cNvSpPr/>
          <p:nvPr/>
        </p:nvSpPr>
        <p:spPr>
          <a:xfrm>
            <a:off x="7109071" y="2397768"/>
            <a:ext cx="2676" cy="91824"/>
          </a:xfrm>
          <a:custGeom>
            <a:avLst/>
            <a:gdLst/>
            <a:ahLst/>
            <a:cxnLst/>
            <a:rect l="l" t="t" r="r" b="b"/>
            <a:pathLst>
              <a:path w="19" h="652" extrusionOk="0">
                <a:moveTo>
                  <a:pt x="19" y="1"/>
                </a:moveTo>
                <a:lnTo>
                  <a:pt x="0" y="19"/>
                </a:lnTo>
                <a:lnTo>
                  <a:pt x="0" y="633"/>
                </a:lnTo>
                <a:lnTo>
                  <a:pt x="19" y="652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3"/>
          <p:cNvSpPr/>
          <p:nvPr/>
        </p:nvSpPr>
        <p:spPr>
          <a:xfrm>
            <a:off x="7111606" y="2395092"/>
            <a:ext cx="2817" cy="97176"/>
          </a:xfrm>
          <a:custGeom>
            <a:avLst/>
            <a:gdLst/>
            <a:ahLst/>
            <a:cxnLst/>
            <a:rect l="l" t="t" r="r" b="b"/>
            <a:pathLst>
              <a:path w="20" h="690" extrusionOk="0">
                <a:moveTo>
                  <a:pt x="19" y="1"/>
                </a:moveTo>
                <a:lnTo>
                  <a:pt x="1" y="20"/>
                </a:lnTo>
                <a:lnTo>
                  <a:pt x="1" y="671"/>
                </a:lnTo>
                <a:lnTo>
                  <a:pt x="19" y="690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3"/>
          <p:cNvSpPr/>
          <p:nvPr/>
        </p:nvSpPr>
        <p:spPr>
          <a:xfrm>
            <a:off x="7114282" y="2392557"/>
            <a:ext cx="2676" cy="102387"/>
          </a:xfrm>
          <a:custGeom>
            <a:avLst/>
            <a:gdLst/>
            <a:ahLst/>
            <a:cxnLst/>
            <a:rect l="l" t="t" r="r" b="b"/>
            <a:pathLst>
              <a:path w="19" h="727" extrusionOk="0">
                <a:moveTo>
                  <a:pt x="19" y="0"/>
                </a:moveTo>
                <a:lnTo>
                  <a:pt x="0" y="19"/>
                </a:lnTo>
                <a:lnTo>
                  <a:pt x="0" y="708"/>
                </a:lnTo>
                <a:lnTo>
                  <a:pt x="19" y="726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3"/>
          <p:cNvSpPr/>
          <p:nvPr/>
        </p:nvSpPr>
        <p:spPr>
          <a:xfrm>
            <a:off x="7116817" y="2387346"/>
            <a:ext cx="2817" cy="110133"/>
          </a:xfrm>
          <a:custGeom>
            <a:avLst/>
            <a:gdLst/>
            <a:ahLst/>
            <a:cxnLst/>
            <a:rect l="l" t="t" r="r" b="b"/>
            <a:pathLst>
              <a:path w="20" h="782" extrusionOk="0">
                <a:moveTo>
                  <a:pt x="20" y="0"/>
                </a:moveTo>
                <a:lnTo>
                  <a:pt x="1" y="37"/>
                </a:lnTo>
                <a:lnTo>
                  <a:pt x="1" y="763"/>
                </a:lnTo>
                <a:lnTo>
                  <a:pt x="20" y="782"/>
                </a:lnTo>
                <a:lnTo>
                  <a:pt x="2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3"/>
          <p:cNvSpPr/>
          <p:nvPr/>
        </p:nvSpPr>
        <p:spPr>
          <a:xfrm>
            <a:off x="7119493" y="2384671"/>
            <a:ext cx="2817" cy="118020"/>
          </a:xfrm>
          <a:custGeom>
            <a:avLst/>
            <a:gdLst/>
            <a:ahLst/>
            <a:cxnLst/>
            <a:rect l="l" t="t" r="r" b="b"/>
            <a:pathLst>
              <a:path w="20" h="838" extrusionOk="0">
                <a:moveTo>
                  <a:pt x="19" y="1"/>
                </a:moveTo>
                <a:lnTo>
                  <a:pt x="1" y="19"/>
                </a:lnTo>
                <a:lnTo>
                  <a:pt x="1" y="801"/>
                </a:lnTo>
                <a:lnTo>
                  <a:pt x="19" y="838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43"/>
          <p:cNvSpPr/>
          <p:nvPr/>
        </p:nvSpPr>
        <p:spPr>
          <a:xfrm>
            <a:off x="7127379" y="2379460"/>
            <a:ext cx="2676" cy="128582"/>
          </a:xfrm>
          <a:custGeom>
            <a:avLst/>
            <a:gdLst/>
            <a:ahLst/>
            <a:cxnLst/>
            <a:rect l="l" t="t" r="r" b="b"/>
            <a:pathLst>
              <a:path w="19" h="913" extrusionOk="0">
                <a:moveTo>
                  <a:pt x="19" y="0"/>
                </a:moveTo>
                <a:lnTo>
                  <a:pt x="0" y="19"/>
                </a:lnTo>
                <a:lnTo>
                  <a:pt x="0" y="894"/>
                </a:lnTo>
                <a:lnTo>
                  <a:pt x="19" y="912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3"/>
          <p:cNvSpPr/>
          <p:nvPr/>
        </p:nvSpPr>
        <p:spPr>
          <a:xfrm>
            <a:off x="7129914" y="2376784"/>
            <a:ext cx="2817" cy="133793"/>
          </a:xfrm>
          <a:custGeom>
            <a:avLst/>
            <a:gdLst/>
            <a:ahLst/>
            <a:cxnLst/>
            <a:rect l="l" t="t" r="r" b="b"/>
            <a:pathLst>
              <a:path w="20" h="950" extrusionOk="0">
                <a:moveTo>
                  <a:pt x="20" y="1"/>
                </a:moveTo>
                <a:lnTo>
                  <a:pt x="1" y="19"/>
                </a:lnTo>
                <a:lnTo>
                  <a:pt x="1" y="931"/>
                </a:lnTo>
                <a:lnTo>
                  <a:pt x="20" y="950"/>
                </a:lnTo>
                <a:lnTo>
                  <a:pt x="2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3"/>
          <p:cNvSpPr/>
          <p:nvPr/>
        </p:nvSpPr>
        <p:spPr>
          <a:xfrm>
            <a:off x="7132590" y="2374249"/>
            <a:ext cx="2817" cy="139004"/>
          </a:xfrm>
          <a:custGeom>
            <a:avLst/>
            <a:gdLst/>
            <a:ahLst/>
            <a:cxnLst/>
            <a:rect l="l" t="t" r="r" b="b"/>
            <a:pathLst>
              <a:path w="20" h="987" extrusionOk="0">
                <a:moveTo>
                  <a:pt x="19" y="0"/>
                </a:moveTo>
                <a:lnTo>
                  <a:pt x="1" y="19"/>
                </a:lnTo>
                <a:lnTo>
                  <a:pt x="1" y="968"/>
                </a:lnTo>
                <a:lnTo>
                  <a:pt x="19" y="986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3"/>
          <p:cNvSpPr/>
          <p:nvPr/>
        </p:nvSpPr>
        <p:spPr>
          <a:xfrm>
            <a:off x="7135266" y="2368897"/>
            <a:ext cx="2676" cy="147032"/>
          </a:xfrm>
          <a:custGeom>
            <a:avLst/>
            <a:gdLst/>
            <a:ahLst/>
            <a:cxnLst/>
            <a:rect l="l" t="t" r="r" b="b"/>
            <a:pathLst>
              <a:path w="19" h="1044" extrusionOk="0">
                <a:moveTo>
                  <a:pt x="19" y="1"/>
                </a:moveTo>
                <a:lnTo>
                  <a:pt x="0" y="38"/>
                </a:lnTo>
                <a:lnTo>
                  <a:pt x="0" y="1024"/>
                </a:lnTo>
                <a:lnTo>
                  <a:pt x="19" y="1043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3"/>
          <p:cNvSpPr/>
          <p:nvPr/>
        </p:nvSpPr>
        <p:spPr>
          <a:xfrm>
            <a:off x="7137801" y="2366362"/>
            <a:ext cx="2817" cy="154778"/>
          </a:xfrm>
          <a:custGeom>
            <a:avLst/>
            <a:gdLst/>
            <a:ahLst/>
            <a:cxnLst/>
            <a:rect l="l" t="t" r="r" b="b"/>
            <a:pathLst>
              <a:path w="20" h="1099" extrusionOk="0">
                <a:moveTo>
                  <a:pt x="19" y="0"/>
                </a:moveTo>
                <a:lnTo>
                  <a:pt x="1" y="19"/>
                </a:lnTo>
                <a:lnTo>
                  <a:pt x="1" y="1061"/>
                </a:lnTo>
                <a:lnTo>
                  <a:pt x="19" y="1098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3"/>
          <p:cNvSpPr/>
          <p:nvPr/>
        </p:nvSpPr>
        <p:spPr>
          <a:xfrm>
            <a:off x="7140477" y="2363686"/>
            <a:ext cx="5352" cy="159989"/>
          </a:xfrm>
          <a:custGeom>
            <a:avLst/>
            <a:gdLst/>
            <a:ahLst/>
            <a:cxnLst/>
            <a:rect l="l" t="t" r="r" b="b"/>
            <a:pathLst>
              <a:path w="38" h="1136" extrusionOk="0">
                <a:moveTo>
                  <a:pt x="38" y="1"/>
                </a:moveTo>
                <a:lnTo>
                  <a:pt x="0" y="19"/>
                </a:lnTo>
                <a:lnTo>
                  <a:pt x="0" y="1117"/>
                </a:lnTo>
                <a:lnTo>
                  <a:pt x="38" y="1136"/>
                </a:lnTo>
                <a:lnTo>
                  <a:pt x="38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3"/>
          <p:cNvSpPr/>
          <p:nvPr/>
        </p:nvSpPr>
        <p:spPr>
          <a:xfrm>
            <a:off x="7145688" y="2361151"/>
            <a:ext cx="2817" cy="165199"/>
          </a:xfrm>
          <a:custGeom>
            <a:avLst/>
            <a:gdLst/>
            <a:ahLst/>
            <a:cxnLst/>
            <a:rect l="l" t="t" r="r" b="b"/>
            <a:pathLst>
              <a:path w="20" h="1173" extrusionOk="0">
                <a:moveTo>
                  <a:pt x="19" y="0"/>
                </a:moveTo>
                <a:lnTo>
                  <a:pt x="1" y="19"/>
                </a:lnTo>
                <a:lnTo>
                  <a:pt x="1" y="1154"/>
                </a:lnTo>
                <a:lnTo>
                  <a:pt x="19" y="1173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3"/>
          <p:cNvSpPr/>
          <p:nvPr/>
        </p:nvSpPr>
        <p:spPr>
          <a:xfrm>
            <a:off x="7148364" y="2358475"/>
            <a:ext cx="2676" cy="170551"/>
          </a:xfrm>
          <a:custGeom>
            <a:avLst/>
            <a:gdLst/>
            <a:ahLst/>
            <a:cxnLst/>
            <a:rect l="l" t="t" r="r" b="b"/>
            <a:pathLst>
              <a:path w="19" h="1211" extrusionOk="0">
                <a:moveTo>
                  <a:pt x="19" y="0"/>
                </a:moveTo>
                <a:lnTo>
                  <a:pt x="0" y="19"/>
                </a:lnTo>
                <a:lnTo>
                  <a:pt x="0" y="1192"/>
                </a:lnTo>
                <a:lnTo>
                  <a:pt x="19" y="1210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3"/>
          <p:cNvSpPr/>
          <p:nvPr/>
        </p:nvSpPr>
        <p:spPr>
          <a:xfrm>
            <a:off x="7150899" y="2355800"/>
            <a:ext cx="2817" cy="175762"/>
          </a:xfrm>
          <a:custGeom>
            <a:avLst/>
            <a:gdLst/>
            <a:ahLst/>
            <a:cxnLst/>
            <a:rect l="l" t="t" r="r" b="b"/>
            <a:pathLst>
              <a:path w="20" h="1248" extrusionOk="0">
                <a:moveTo>
                  <a:pt x="19" y="1"/>
                </a:moveTo>
                <a:lnTo>
                  <a:pt x="1" y="19"/>
                </a:lnTo>
                <a:lnTo>
                  <a:pt x="1" y="1229"/>
                </a:lnTo>
                <a:lnTo>
                  <a:pt x="19" y="1248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3"/>
          <p:cNvSpPr/>
          <p:nvPr/>
        </p:nvSpPr>
        <p:spPr>
          <a:xfrm>
            <a:off x="7153574" y="2350589"/>
            <a:ext cx="2817" cy="183649"/>
          </a:xfrm>
          <a:custGeom>
            <a:avLst/>
            <a:gdLst/>
            <a:ahLst/>
            <a:cxnLst/>
            <a:rect l="l" t="t" r="r" b="b"/>
            <a:pathLst>
              <a:path w="20" h="1304" extrusionOk="0">
                <a:moveTo>
                  <a:pt x="19" y="1"/>
                </a:moveTo>
                <a:lnTo>
                  <a:pt x="0" y="38"/>
                </a:lnTo>
                <a:lnTo>
                  <a:pt x="0" y="1285"/>
                </a:lnTo>
                <a:lnTo>
                  <a:pt x="19" y="1303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3"/>
          <p:cNvSpPr/>
          <p:nvPr/>
        </p:nvSpPr>
        <p:spPr>
          <a:xfrm>
            <a:off x="7156250" y="2347913"/>
            <a:ext cx="2676" cy="191536"/>
          </a:xfrm>
          <a:custGeom>
            <a:avLst/>
            <a:gdLst/>
            <a:ahLst/>
            <a:cxnLst/>
            <a:rect l="l" t="t" r="r" b="b"/>
            <a:pathLst>
              <a:path w="19" h="1360" extrusionOk="0">
                <a:moveTo>
                  <a:pt x="19" y="1"/>
                </a:moveTo>
                <a:lnTo>
                  <a:pt x="0" y="20"/>
                </a:lnTo>
                <a:lnTo>
                  <a:pt x="0" y="1322"/>
                </a:lnTo>
                <a:lnTo>
                  <a:pt x="19" y="1360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3"/>
          <p:cNvSpPr/>
          <p:nvPr/>
        </p:nvSpPr>
        <p:spPr>
          <a:xfrm>
            <a:off x="7158785" y="2345378"/>
            <a:ext cx="5352" cy="196746"/>
          </a:xfrm>
          <a:custGeom>
            <a:avLst/>
            <a:gdLst/>
            <a:ahLst/>
            <a:cxnLst/>
            <a:rect l="l" t="t" r="r" b="b"/>
            <a:pathLst>
              <a:path w="38" h="1397" extrusionOk="0">
                <a:moveTo>
                  <a:pt x="38" y="0"/>
                </a:moveTo>
                <a:lnTo>
                  <a:pt x="1" y="19"/>
                </a:lnTo>
                <a:lnTo>
                  <a:pt x="1" y="1378"/>
                </a:lnTo>
                <a:lnTo>
                  <a:pt x="38" y="1396"/>
                </a:lnTo>
                <a:lnTo>
                  <a:pt x="38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3"/>
          <p:cNvSpPr/>
          <p:nvPr/>
        </p:nvSpPr>
        <p:spPr>
          <a:xfrm>
            <a:off x="7163996" y="2342702"/>
            <a:ext cx="2817" cy="201957"/>
          </a:xfrm>
          <a:custGeom>
            <a:avLst/>
            <a:gdLst/>
            <a:ahLst/>
            <a:cxnLst/>
            <a:rect l="l" t="t" r="r" b="b"/>
            <a:pathLst>
              <a:path w="20" h="1434" extrusionOk="0">
                <a:moveTo>
                  <a:pt x="20" y="1"/>
                </a:moveTo>
                <a:lnTo>
                  <a:pt x="1" y="19"/>
                </a:lnTo>
                <a:lnTo>
                  <a:pt x="1" y="1415"/>
                </a:lnTo>
                <a:lnTo>
                  <a:pt x="20" y="1434"/>
                </a:lnTo>
                <a:lnTo>
                  <a:pt x="2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3"/>
          <p:cNvSpPr/>
          <p:nvPr/>
        </p:nvSpPr>
        <p:spPr>
          <a:xfrm>
            <a:off x="7166672" y="2340167"/>
            <a:ext cx="2817" cy="207168"/>
          </a:xfrm>
          <a:custGeom>
            <a:avLst/>
            <a:gdLst/>
            <a:ahLst/>
            <a:cxnLst/>
            <a:rect l="l" t="t" r="r" b="b"/>
            <a:pathLst>
              <a:path w="20" h="1471" extrusionOk="0">
                <a:moveTo>
                  <a:pt x="19" y="0"/>
                </a:moveTo>
                <a:lnTo>
                  <a:pt x="1" y="19"/>
                </a:lnTo>
                <a:lnTo>
                  <a:pt x="1" y="1452"/>
                </a:lnTo>
                <a:lnTo>
                  <a:pt x="19" y="1470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3"/>
          <p:cNvSpPr/>
          <p:nvPr/>
        </p:nvSpPr>
        <p:spPr>
          <a:xfrm>
            <a:off x="7169348" y="2337491"/>
            <a:ext cx="2676" cy="212379"/>
          </a:xfrm>
          <a:custGeom>
            <a:avLst/>
            <a:gdLst/>
            <a:ahLst/>
            <a:cxnLst/>
            <a:rect l="l" t="t" r="r" b="b"/>
            <a:pathLst>
              <a:path w="19" h="1508" extrusionOk="0">
                <a:moveTo>
                  <a:pt x="19" y="1"/>
                </a:moveTo>
                <a:lnTo>
                  <a:pt x="0" y="19"/>
                </a:lnTo>
                <a:lnTo>
                  <a:pt x="0" y="1489"/>
                </a:lnTo>
                <a:lnTo>
                  <a:pt x="19" y="1508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3"/>
          <p:cNvSpPr/>
          <p:nvPr/>
        </p:nvSpPr>
        <p:spPr>
          <a:xfrm>
            <a:off x="7171883" y="2332280"/>
            <a:ext cx="2817" cy="220266"/>
          </a:xfrm>
          <a:custGeom>
            <a:avLst/>
            <a:gdLst/>
            <a:ahLst/>
            <a:cxnLst/>
            <a:rect l="l" t="t" r="r" b="b"/>
            <a:pathLst>
              <a:path w="20" h="1564" extrusionOk="0">
                <a:moveTo>
                  <a:pt x="19" y="0"/>
                </a:moveTo>
                <a:lnTo>
                  <a:pt x="1" y="38"/>
                </a:lnTo>
                <a:lnTo>
                  <a:pt x="1" y="1545"/>
                </a:lnTo>
                <a:lnTo>
                  <a:pt x="19" y="1564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3"/>
          <p:cNvSpPr/>
          <p:nvPr/>
        </p:nvSpPr>
        <p:spPr>
          <a:xfrm>
            <a:off x="7174559" y="2329605"/>
            <a:ext cx="2676" cy="228153"/>
          </a:xfrm>
          <a:custGeom>
            <a:avLst/>
            <a:gdLst/>
            <a:ahLst/>
            <a:cxnLst/>
            <a:rect l="l" t="t" r="r" b="b"/>
            <a:pathLst>
              <a:path w="19" h="1620" extrusionOk="0">
                <a:moveTo>
                  <a:pt x="19" y="1"/>
                </a:moveTo>
                <a:lnTo>
                  <a:pt x="0" y="19"/>
                </a:lnTo>
                <a:lnTo>
                  <a:pt x="0" y="1583"/>
                </a:lnTo>
                <a:lnTo>
                  <a:pt x="19" y="1620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3"/>
          <p:cNvSpPr/>
          <p:nvPr/>
        </p:nvSpPr>
        <p:spPr>
          <a:xfrm>
            <a:off x="7182445" y="2324394"/>
            <a:ext cx="2676" cy="238715"/>
          </a:xfrm>
          <a:custGeom>
            <a:avLst/>
            <a:gdLst/>
            <a:ahLst/>
            <a:cxnLst/>
            <a:rect l="l" t="t" r="r" b="b"/>
            <a:pathLst>
              <a:path w="19" h="1695" extrusionOk="0">
                <a:moveTo>
                  <a:pt x="19" y="0"/>
                </a:moveTo>
                <a:lnTo>
                  <a:pt x="0" y="19"/>
                </a:lnTo>
                <a:lnTo>
                  <a:pt x="0" y="1675"/>
                </a:lnTo>
                <a:lnTo>
                  <a:pt x="19" y="1694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3"/>
          <p:cNvSpPr/>
          <p:nvPr/>
        </p:nvSpPr>
        <p:spPr>
          <a:xfrm>
            <a:off x="7184980" y="2321718"/>
            <a:ext cx="2817" cy="243926"/>
          </a:xfrm>
          <a:custGeom>
            <a:avLst/>
            <a:gdLst/>
            <a:ahLst/>
            <a:cxnLst/>
            <a:rect l="l" t="t" r="r" b="b"/>
            <a:pathLst>
              <a:path w="20" h="1732" extrusionOk="0">
                <a:moveTo>
                  <a:pt x="19" y="1"/>
                </a:moveTo>
                <a:lnTo>
                  <a:pt x="1" y="19"/>
                </a:lnTo>
                <a:lnTo>
                  <a:pt x="1" y="1713"/>
                </a:lnTo>
                <a:lnTo>
                  <a:pt x="19" y="1732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3"/>
          <p:cNvSpPr/>
          <p:nvPr/>
        </p:nvSpPr>
        <p:spPr>
          <a:xfrm>
            <a:off x="7187656" y="2319183"/>
            <a:ext cx="2676" cy="249137"/>
          </a:xfrm>
          <a:custGeom>
            <a:avLst/>
            <a:gdLst/>
            <a:ahLst/>
            <a:cxnLst/>
            <a:rect l="l" t="t" r="r" b="b"/>
            <a:pathLst>
              <a:path w="19" h="1769" extrusionOk="0">
                <a:moveTo>
                  <a:pt x="19" y="0"/>
                </a:moveTo>
                <a:lnTo>
                  <a:pt x="0" y="19"/>
                </a:lnTo>
                <a:lnTo>
                  <a:pt x="0" y="1750"/>
                </a:lnTo>
                <a:lnTo>
                  <a:pt x="19" y="1768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3"/>
          <p:cNvSpPr/>
          <p:nvPr/>
        </p:nvSpPr>
        <p:spPr>
          <a:xfrm>
            <a:off x="7190332" y="2313972"/>
            <a:ext cx="2676" cy="256883"/>
          </a:xfrm>
          <a:custGeom>
            <a:avLst/>
            <a:gdLst/>
            <a:ahLst/>
            <a:cxnLst/>
            <a:rect l="l" t="t" r="r" b="b"/>
            <a:pathLst>
              <a:path w="19" h="1824" extrusionOk="0">
                <a:moveTo>
                  <a:pt x="19" y="0"/>
                </a:moveTo>
                <a:lnTo>
                  <a:pt x="0" y="37"/>
                </a:lnTo>
                <a:lnTo>
                  <a:pt x="0" y="1805"/>
                </a:lnTo>
                <a:lnTo>
                  <a:pt x="19" y="1824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3"/>
          <p:cNvSpPr/>
          <p:nvPr/>
        </p:nvSpPr>
        <p:spPr>
          <a:xfrm>
            <a:off x="7192867" y="2311296"/>
            <a:ext cx="2817" cy="264911"/>
          </a:xfrm>
          <a:custGeom>
            <a:avLst/>
            <a:gdLst/>
            <a:ahLst/>
            <a:cxnLst/>
            <a:rect l="l" t="t" r="r" b="b"/>
            <a:pathLst>
              <a:path w="20" h="1881" extrusionOk="0">
                <a:moveTo>
                  <a:pt x="19" y="0"/>
                </a:moveTo>
                <a:lnTo>
                  <a:pt x="1" y="19"/>
                </a:lnTo>
                <a:lnTo>
                  <a:pt x="1" y="1843"/>
                </a:lnTo>
                <a:lnTo>
                  <a:pt x="19" y="1880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3"/>
          <p:cNvSpPr/>
          <p:nvPr/>
        </p:nvSpPr>
        <p:spPr>
          <a:xfrm>
            <a:off x="7195543" y="2308620"/>
            <a:ext cx="5352" cy="270122"/>
          </a:xfrm>
          <a:custGeom>
            <a:avLst/>
            <a:gdLst/>
            <a:ahLst/>
            <a:cxnLst/>
            <a:rect l="l" t="t" r="r" b="b"/>
            <a:pathLst>
              <a:path w="38" h="1918" extrusionOk="0">
                <a:moveTo>
                  <a:pt x="37" y="1"/>
                </a:moveTo>
                <a:lnTo>
                  <a:pt x="0" y="19"/>
                </a:lnTo>
                <a:lnTo>
                  <a:pt x="0" y="1899"/>
                </a:lnTo>
                <a:lnTo>
                  <a:pt x="37" y="1918"/>
                </a:lnTo>
                <a:lnTo>
                  <a:pt x="37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3"/>
          <p:cNvSpPr/>
          <p:nvPr/>
        </p:nvSpPr>
        <p:spPr>
          <a:xfrm>
            <a:off x="7200754" y="2306085"/>
            <a:ext cx="2817" cy="275332"/>
          </a:xfrm>
          <a:custGeom>
            <a:avLst/>
            <a:gdLst/>
            <a:ahLst/>
            <a:cxnLst/>
            <a:rect l="l" t="t" r="r" b="b"/>
            <a:pathLst>
              <a:path w="20" h="1955" extrusionOk="0">
                <a:moveTo>
                  <a:pt x="19" y="0"/>
                </a:moveTo>
                <a:lnTo>
                  <a:pt x="0" y="19"/>
                </a:lnTo>
                <a:lnTo>
                  <a:pt x="0" y="1936"/>
                </a:lnTo>
                <a:lnTo>
                  <a:pt x="19" y="1954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3"/>
          <p:cNvSpPr/>
          <p:nvPr/>
        </p:nvSpPr>
        <p:spPr>
          <a:xfrm>
            <a:off x="7203430" y="2303410"/>
            <a:ext cx="2676" cy="280543"/>
          </a:xfrm>
          <a:custGeom>
            <a:avLst/>
            <a:gdLst/>
            <a:ahLst/>
            <a:cxnLst/>
            <a:rect l="l" t="t" r="r" b="b"/>
            <a:pathLst>
              <a:path w="19" h="1992" extrusionOk="0">
                <a:moveTo>
                  <a:pt x="19" y="1"/>
                </a:moveTo>
                <a:lnTo>
                  <a:pt x="0" y="19"/>
                </a:lnTo>
                <a:lnTo>
                  <a:pt x="0" y="1973"/>
                </a:lnTo>
                <a:lnTo>
                  <a:pt x="19" y="1992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3"/>
          <p:cNvSpPr/>
          <p:nvPr/>
        </p:nvSpPr>
        <p:spPr>
          <a:xfrm>
            <a:off x="7205965" y="2300734"/>
            <a:ext cx="2817" cy="285895"/>
          </a:xfrm>
          <a:custGeom>
            <a:avLst/>
            <a:gdLst/>
            <a:ahLst/>
            <a:cxnLst/>
            <a:rect l="l" t="t" r="r" b="b"/>
            <a:pathLst>
              <a:path w="20" h="2030" extrusionOk="0">
                <a:moveTo>
                  <a:pt x="19" y="1"/>
                </a:moveTo>
                <a:lnTo>
                  <a:pt x="1" y="20"/>
                </a:lnTo>
                <a:lnTo>
                  <a:pt x="1" y="2011"/>
                </a:lnTo>
                <a:lnTo>
                  <a:pt x="19" y="2030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3"/>
          <p:cNvSpPr/>
          <p:nvPr/>
        </p:nvSpPr>
        <p:spPr>
          <a:xfrm>
            <a:off x="7208640" y="2295523"/>
            <a:ext cx="2676" cy="293782"/>
          </a:xfrm>
          <a:custGeom>
            <a:avLst/>
            <a:gdLst/>
            <a:ahLst/>
            <a:cxnLst/>
            <a:rect l="l" t="t" r="r" b="b"/>
            <a:pathLst>
              <a:path w="19" h="2086" extrusionOk="0">
                <a:moveTo>
                  <a:pt x="19" y="1"/>
                </a:moveTo>
                <a:lnTo>
                  <a:pt x="0" y="38"/>
                </a:lnTo>
                <a:lnTo>
                  <a:pt x="0" y="2067"/>
                </a:lnTo>
                <a:lnTo>
                  <a:pt x="19" y="2085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3"/>
          <p:cNvSpPr/>
          <p:nvPr/>
        </p:nvSpPr>
        <p:spPr>
          <a:xfrm>
            <a:off x="7211175" y="2292988"/>
            <a:ext cx="2817" cy="301528"/>
          </a:xfrm>
          <a:custGeom>
            <a:avLst/>
            <a:gdLst/>
            <a:ahLst/>
            <a:cxnLst/>
            <a:rect l="l" t="t" r="r" b="b"/>
            <a:pathLst>
              <a:path w="20" h="2141" extrusionOk="0">
                <a:moveTo>
                  <a:pt x="20" y="0"/>
                </a:moveTo>
                <a:lnTo>
                  <a:pt x="1" y="19"/>
                </a:lnTo>
                <a:lnTo>
                  <a:pt x="1" y="2103"/>
                </a:lnTo>
                <a:lnTo>
                  <a:pt x="20" y="2140"/>
                </a:lnTo>
                <a:lnTo>
                  <a:pt x="2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3"/>
          <p:cNvSpPr/>
          <p:nvPr/>
        </p:nvSpPr>
        <p:spPr>
          <a:xfrm>
            <a:off x="7219062" y="2287636"/>
            <a:ext cx="2817" cy="312090"/>
          </a:xfrm>
          <a:custGeom>
            <a:avLst/>
            <a:gdLst/>
            <a:ahLst/>
            <a:cxnLst/>
            <a:rect l="l" t="t" r="r" b="b"/>
            <a:pathLst>
              <a:path w="20" h="2216" extrusionOk="0">
                <a:moveTo>
                  <a:pt x="19" y="1"/>
                </a:moveTo>
                <a:lnTo>
                  <a:pt x="1" y="20"/>
                </a:lnTo>
                <a:lnTo>
                  <a:pt x="1" y="2197"/>
                </a:lnTo>
                <a:lnTo>
                  <a:pt x="19" y="2216"/>
                </a:lnTo>
                <a:lnTo>
                  <a:pt x="1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3"/>
          <p:cNvSpPr/>
          <p:nvPr/>
        </p:nvSpPr>
        <p:spPr>
          <a:xfrm>
            <a:off x="7221738" y="2285101"/>
            <a:ext cx="2676" cy="317301"/>
          </a:xfrm>
          <a:custGeom>
            <a:avLst/>
            <a:gdLst/>
            <a:ahLst/>
            <a:cxnLst/>
            <a:rect l="l" t="t" r="r" b="b"/>
            <a:pathLst>
              <a:path w="19" h="2253" extrusionOk="0">
                <a:moveTo>
                  <a:pt x="19" y="0"/>
                </a:moveTo>
                <a:lnTo>
                  <a:pt x="0" y="19"/>
                </a:lnTo>
                <a:lnTo>
                  <a:pt x="0" y="2234"/>
                </a:lnTo>
                <a:lnTo>
                  <a:pt x="19" y="2252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3"/>
          <p:cNvSpPr/>
          <p:nvPr/>
        </p:nvSpPr>
        <p:spPr>
          <a:xfrm>
            <a:off x="7224273" y="2282425"/>
            <a:ext cx="2817" cy="322512"/>
          </a:xfrm>
          <a:custGeom>
            <a:avLst/>
            <a:gdLst/>
            <a:ahLst/>
            <a:cxnLst/>
            <a:rect l="l" t="t" r="r" b="b"/>
            <a:pathLst>
              <a:path w="20" h="2290" extrusionOk="0">
                <a:moveTo>
                  <a:pt x="20" y="1"/>
                </a:moveTo>
                <a:lnTo>
                  <a:pt x="1" y="19"/>
                </a:lnTo>
                <a:lnTo>
                  <a:pt x="1" y="2271"/>
                </a:lnTo>
                <a:lnTo>
                  <a:pt x="20" y="2290"/>
                </a:lnTo>
                <a:lnTo>
                  <a:pt x="2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3"/>
          <p:cNvSpPr/>
          <p:nvPr/>
        </p:nvSpPr>
        <p:spPr>
          <a:xfrm>
            <a:off x="7226949" y="2279890"/>
            <a:ext cx="2817" cy="327723"/>
          </a:xfrm>
          <a:custGeom>
            <a:avLst/>
            <a:gdLst/>
            <a:ahLst/>
            <a:cxnLst/>
            <a:rect l="l" t="t" r="r" b="b"/>
            <a:pathLst>
              <a:path w="20" h="2327" extrusionOk="0">
                <a:moveTo>
                  <a:pt x="19" y="0"/>
                </a:moveTo>
                <a:lnTo>
                  <a:pt x="1" y="19"/>
                </a:lnTo>
                <a:lnTo>
                  <a:pt x="1" y="2308"/>
                </a:lnTo>
                <a:lnTo>
                  <a:pt x="19" y="2326"/>
                </a:lnTo>
                <a:lnTo>
                  <a:pt x="19" y="2308"/>
                </a:lnTo>
                <a:lnTo>
                  <a:pt x="19" y="19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3"/>
          <p:cNvSpPr/>
          <p:nvPr/>
        </p:nvSpPr>
        <p:spPr>
          <a:xfrm>
            <a:off x="7229625" y="2282425"/>
            <a:ext cx="2676" cy="322512"/>
          </a:xfrm>
          <a:custGeom>
            <a:avLst/>
            <a:gdLst/>
            <a:ahLst/>
            <a:cxnLst/>
            <a:rect l="l" t="t" r="r" b="b"/>
            <a:pathLst>
              <a:path w="19" h="2290" extrusionOk="0">
                <a:moveTo>
                  <a:pt x="0" y="1"/>
                </a:moveTo>
                <a:lnTo>
                  <a:pt x="0" y="2290"/>
                </a:lnTo>
                <a:lnTo>
                  <a:pt x="19" y="2271"/>
                </a:lnTo>
                <a:lnTo>
                  <a:pt x="19" y="19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43"/>
          <p:cNvSpPr/>
          <p:nvPr/>
        </p:nvSpPr>
        <p:spPr>
          <a:xfrm>
            <a:off x="7232160" y="2285101"/>
            <a:ext cx="5352" cy="317301"/>
          </a:xfrm>
          <a:custGeom>
            <a:avLst/>
            <a:gdLst/>
            <a:ahLst/>
            <a:cxnLst/>
            <a:rect l="l" t="t" r="r" b="b"/>
            <a:pathLst>
              <a:path w="38" h="2253" extrusionOk="0">
                <a:moveTo>
                  <a:pt x="1" y="0"/>
                </a:moveTo>
                <a:lnTo>
                  <a:pt x="1" y="2252"/>
                </a:lnTo>
                <a:lnTo>
                  <a:pt x="38" y="2234"/>
                </a:lnTo>
                <a:lnTo>
                  <a:pt x="38" y="19"/>
                </a:lnTo>
                <a:lnTo>
                  <a:pt x="1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3"/>
          <p:cNvSpPr/>
          <p:nvPr/>
        </p:nvSpPr>
        <p:spPr>
          <a:xfrm>
            <a:off x="7237511" y="2287636"/>
            <a:ext cx="2676" cy="312090"/>
          </a:xfrm>
          <a:custGeom>
            <a:avLst/>
            <a:gdLst/>
            <a:ahLst/>
            <a:cxnLst/>
            <a:rect l="l" t="t" r="r" b="b"/>
            <a:pathLst>
              <a:path w="19" h="2216" extrusionOk="0">
                <a:moveTo>
                  <a:pt x="0" y="1"/>
                </a:moveTo>
                <a:lnTo>
                  <a:pt x="0" y="2216"/>
                </a:lnTo>
                <a:lnTo>
                  <a:pt x="19" y="2197"/>
                </a:lnTo>
                <a:lnTo>
                  <a:pt x="19" y="20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3"/>
          <p:cNvSpPr/>
          <p:nvPr/>
        </p:nvSpPr>
        <p:spPr>
          <a:xfrm>
            <a:off x="7240046" y="2290312"/>
            <a:ext cx="2817" cy="306739"/>
          </a:xfrm>
          <a:custGeom>
            <a:avLst/>
            <a:gdLst/>
            <a:ahLst/>
            <a:cxnLst/>
            <a:rect l="l" t="t" r="r" b="b"/>
            <a:pathLst>
              <a:path w="20" h="2178" extrusionOk="0">
                <a:moveTo>
                  <a:pt x="1" y="1"/>
                </a:moveTo>
                <a:lnTo>
                  <a:pt x="1" y="2178"/>
                </a:lnTo>
                <a:lnTo>
                  <a:pt x="19" y="2159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3"/>
          <p:cNvSpPr/>
          <p:nvPr/>
        </p:nvSpPr>
        <p:spPr>
          <a:xfrm>
            <a:off x="7245257" y="2295523"/>
            <a:ext cx="2817" cy="293782"/>
          </a:xfrm>
          <a:custGeom>
            <a:avLst/>
            <a:gdLst/>
            <a:ahLst/>
            <a:cxnLst/>
            <a:rect l="l" t="t" r="r" b="b"/>
            <a:pathLst>
              <a:path w="20" h="2086" extrusionOk="0">
                <a:moveTo>
                  <a:pt x="1" y="1"/>
                </a:moveTo>
                <a:lnTo>
                  <a:pt x="1" y="2085"/>
                </a:lnTo>
                <a:lnTo>
                  <a:pt x="19" y="2067"/>
                </a:lnTo>
                <a:lnTo>
                  <a:pt x="19" y="3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3"/>
          <p:cNvSpPr/>
          <p:nvPr/>
        </p:nvSpPr>
        <p:spPr>
          <a:xfrm>
            <a:off x="7253144" y="2303410"/>
            <a:ext cx="2817" cy="280543"/>
          </a:xfrm>
          <a:custGeom>
            <a:avLst/>
            <a:gdLst/>
            <a:ahLst/>
            <a:cxnLst/>
            <a:rect l="l" t="t" r="r" b="b"/>
            <a:pathLst>
              <a:path w="20" h="1992" extrusionOk="0">
                <a:moveTo>
                  <a:pt x="1" y="1"/>
                </a:moveTo>
                <a:lnTo>
                  <a:pt x="1" y="1992"/>
                </a:lnTo>
                <a:lnTo>
                  <a:pt x="19" y="1973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3"/>
          <p:cNvSpPr/>
          <p:nvPr/>
        </p:nvSpPr>
        <p:spPr>
          <a:xfrm>
            <a:off x="7255820" y="2306085"/>
            <a:ext cx="2676" cy="275332"/>
          </a:xfrm>
          <a:custGeom>
            <a:avLst/>
            <a:gdLst/>
            <a:ahLst/>
            <a:cxnLst/>
            <a:rect l="l" t="t" r="r" b="b"/>
            <a:pathLst>
              <a:path w="19" h="1955" extrusionOk="0">
                <a:moveTo>
                  <a:pt x="0" y="0"/>
                </a:moveTo>
                <a:lnTo>
                  <a:pt x="0" y="1954"/>
                </a:lnTo>
                <a:lnTo>
                  <a:pt x="19" y="1936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3"/>
          <p:cNvSpPr/>
          <p:nvPr/>
        </p:nvSpPr>
        <p:spPr>
          <a:xfrm>
            <a:off x="7258355" y="2308620"/>
            <a:ext cx="2817" cy="270122"/>
          </a:xfrm>
          <a:custGeom>
            <a:avLst/>
            <a:gdLst/>
            <a:ahLst/>
            <a:cxnLst/>
            <a:rect l="l" t="t" r="r" b="b"/>
            <a:pathLst>
              <a:path w="20" h="1918" extrusionOk="0">
                <a:moveTo>
                  <a:pt x="1" y="1"/>
                </a:moveTo>
                <a:lnTo>
                  <a:pt x="1" y="1918"/>
                </a:lnTo>
                <a:lnTo>
                  <a:pt x="19" y="1899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43"/>
          <p:cNvSpPr/>
          <p:nvPr/>
        </p:nvSpPr>
        <p:spPr>
          <a:xfrm>
            <a:off x="7261031" y="2311296"/>
            <a:ext cx="2817" cy="264911"/>
          </a:xfrm>
          <a:custGeom>
            <a:avLst/>
            <a:gdLst/>
            <a:ahLst/>
            <a:cxnLst/>
            <a:rect l="l" t="t" r="r" b="b"/>
            <a:pathLst>
              <a:path w="20" h="1881" extrusionOk="0">
                <a:moveTo>
                  <a:pt x="0" y="0"/>
                </a:moveTo>
                <a:lnTo>
                  <a:pt x="0" y="1880"/>
                </a:lnTo>
                <a:lnTo>
                  <a:pt x="19" y="1843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3"/>
          <p:cNvSpPr/>
          <p:nvPr/>
        </p:nvSpPr>
        <p:spPr>
          <a:xfrm>
            <a:off x="7263706" y="2313972"/>
            <a:ext cx="2676" cy="256883"/>
          </a:xfrm>
          <a:custGeom>
            <a:avLst/>
            <a:gdLst/>
            <a:ahLst/>
            <a:cxnLst/>
            <a:rect l="l" t="t" r="r" b="b"/>
            <a:pathLst>
              <a:path w="19" h="1824" extrusionOk="0">
                <a:moveTo>
                  <a:pt x="0" y="0"/>
                </a:moveTo>
                <a:lnTo>
                  <a:pt x="0" y="1824"/>
                </a:lnTo>
                <a:lnTo>
                  <a:pt x="19" y="1805"/>
                </a:lnTo>
                <a:lnTo>
                  <a:pt x="19" y="37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3"/>
          <p:cNvSpPr/>
          <p:nvPr/>
        </p:nvSpPr>
        <p:spPr>
          <a:xfrm>
            <a:off x="7266241" y="2319183"/>
            <a:ext cx="5352" cy="249137"/>
          </a:xfrm>
          <a:custGeom>
            <a:avLst/>
            <a:gdLst/>
            <a:ahLst/>
            <a:cxnLst/>
            <a:rect l="l" t="t" r="r" b="b"/>
            <a:pathLst>
              <a:path w="38" h="1769" extrusionOk="0">
                <a:moveTo>
                  <a:pt x="1" y="0"/>
                </a:moveTo>
                <a:lnTo>
                  <a:pt x="1" y="1768"/>
                </a:lnTo>
                <a:lnTo>
                  <a:pt x="38" y="1750"/>
                </a:lnTo>
                <a:lnTo>
                  <a:pt x="38" y="19"/>
                </a:lnTo>
                <a:lnTo>
                  <a:pt x="1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43"/>
          <p:cNvSpPr/>
          <p:nvPr/>
        </p:nvSpPr>
        <p:spPr>
          <a:xfrm>
            <a:off x="7271452" y="2321718"/>
            <a:ext cx="2817" cy="243926"/>
          </a:xfrm>
          <a:custGeom>
            <a:avLst/>
            <a:gdLst/>
            <a:ahLst/>
            <a:cxnLst/>
            <a:rect l="l" t="t" r="r" b="b"/>
            <a:pathLst>
              <a:path w="20" h="1732" extrusionOk="0">
                <a:moveTo>
                  <a:pt x="1" y="1"/>
                </a:moveTo>
                <a:lnTo>
                  <a:pt x="1" y="1732"/>
                </a:lnTo>
                <a:lnTo>
                  <a:pt x="20" y="1713"/>
                </a:lnTo>
                <a:lnTo>
                  <a:pt x="20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43"/>
          <p:cNvSpPr/>
          <p:nvPr/>
        </p:nvSpPr>
        <p:spPr>
          <a:xfrm>
            <a:off x="7274128" y="2324394"/>
            <a:ext cx="2817" cy="238715"/>
          </a:xfrm>
          <a:custGeom>
            <a:avLst/>
            <a:gdLst/>
            <a:ahLst/>
            <a:cxnLst/>
            <a:rect l="l" t="t" r="r" b="b"/>
            <a:pathLst>
              <a:path w="20" h="1695" extrusionOk="0">
                <a:moveTo>
                  <a:pt x="1" y="0"/>
                </a:moveTo>
                <a:lnTo>
                  <a:pt x="1" y="1694"/>
                </a:lnTo>
                <a:lnTo>
                  <a:pt x="19" y="1675"/>
                </a:lnTo>
                <a:lnTo>
                  <a:pt x="19" y="19"/>
                </a:lnTo>
                <a:lnTo>
                  <a:pt x="1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43"/>
          <p:cNvSpPr/>
          <p:nvPr/>
        </p:nvSpPr>
        <p:spPr>
          <a:xfrm>
            <a:off x="7276804" y="2327070"/>
            <a:ext cx="2676" cy="233364"/>
          </a:xfrm>
          <a:custGeom>
            <a:avLst/>
            <a:gdLst/>
            <a:ahLst/>
            <a:cxnLst/>
            <a:rect l="l" t="t" r="r" b="b"/>
            <a:pathLst>
              <a:path w="19" h="1657" extrusionOk="0">
                <a:moveTo>
                  <a:pt x="0" y="0"/>
                </a:moveTo>
                <a:lnTo>
                  <a:pt x="0" y="1656"/>
                </a:lnTo>
                <a:lnTo>
                  <a:pt x="19" y="1638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3"/>
          <p:cNvSpPr/>
          <p:nvPr/>
        </p:nvSpPr>
        <p:spPr>
          <a:xfrm>
            <a:off x="7279339" y="2329605"/>
            <a:ext cx="2817" cy="228153"/>
          </a:xfrm>
          <a:custGeom>
            <a:avLst/>
            <a:gdLst/>
            <a:ahLst/>
            <a:cxnLst/>
            <a:rect l="l" t="t" r="r" b="b"/>
            <a:pathLst>
              <a:path w="20" h="1620" extrusionOk="0">
                <a:moveTo>
                  <a:pt x="1" y="1"/>
                </a:moveTo>
                <a:lnTo>
                  <a:pt x="1" y="1620"/>
                </a:lnTo>
                <a:lnTo>
                  <a:pt x="19" y="1583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3"/>
          <p:cNvSpPr/>
          <p:nvPr/>
        </p:nvSpPr>
        <p:spPr>
          <a:xfrm>
            <a:off x="7284550" y="2337491"/>
            <a:ext cx="5493" cy="212379"/>
          </a:xfrm>
          <a:custGeom>
            <a:avLst/>
            <a:gdLst/>
            <a:ahLst/>
            <a:cxnLst/>
            <a:rect l="l" t="t" r="r" b="b"/>
            <a:pathLst>
              <a:path w="39" h="1508" extrusionOk="0">
                <a:moveTo>
                  <a:pt x="1" y="1"/>
                </a:moveTo>
                <a:lnTo>
                  <a:pt x="1" y="1508"/>
                </a:lnTo>
                <a:lnTo>
                  <a:pt x="38" y="1489"/>
                </a:lnTo>
                <a:lnTo>
                  <a:pt x="38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43"/>
          <p:cNvSpPr/>
          <p:nvPr/>
        </p:nvSpPr>
        <p:spPr>
          <a:xfrm>
            <a:off x="7289902" y="2340167"/>
            <a:ext cx="2676" cy="207168"/>
          </a:xfrm>
          <a:custGeom>
            <a:avLst/>
            <a:gdLst/>
            <a:ahLst/>
            <a:cxnLst/>
            <a:rect l="l" t="t" r="r" b="b"/>
            <a:pathLst>
              <a:path w="19" h="1471" extrusionOk="0">
                <a:moveTo>
                  <a:pt x="0" y="0"/>
                </a:moveTo>
                <a:lnTo>
                  <a:pt x="0" y="1470"/>
                </a:lnTo>
                <a:lnTo>
                  <a:pt x="19" y="1452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43"/>
          <p:cNvSpPr/>
          <p:nvPr/>
        </p:nvSpPr>
        <p:spPr>
          <a:xfrm>
            <a:off x="7292437" y="2342702"/>
            <a:ext cx="2817" cy="201957"/>
          </a:xfrm>
          <a:custGeom>
            <a:avLst/>
            <a:gdLst/>
            <a:ahLst/>
            <a:cxnLst/>
            <a:rect l="l" t="t" r="r" b="b"/>
            <a:pathLst>
              <a:path w="20" h="1434" extrusionOk="0">
                <a:moveTo>
                  <a:pt x="1" y="1"/>
                </a:moveTo>
                <a:lnTo>
                  <a:pt x="1" y="1434"/>
                </a:lnTo>
                <a:lnTo>
                  <a:pt x="19" y="1415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3"/>
          <p:cNvSpPr/>
          <p:nvPr/>
        </p:nvSpPr>
        <p:spPr>
          <a:xfrm>
            <a:off x="7295112" y="2345378"/>
            <a:ext cx="2817" cy="196746"/>
          </a:xfrm>
          <a:custGeom>
            <a:avLst/>
            <a:gdLst/>
            <a:ahLst/>
            <a:cxnLst/>
            <a:rect l="l" t="t" r="r" b="b"/>
            <a:pathLst>
              <a:path w="20" h="1397" extrusionOk="0">
                <a:moveTo>
                  <a:pt x="0" y="0"/>
                </a:moveTo>
                <a:lnTo>
                  <a:pt x="0" y="1396"/>
                </a:lnTo>
                <a:lnTo>
                  <a:pt x="19" y="1378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43"/>
          <p:cNvSpPr/>
          <p:nvPr/>
        </p:nvSpPr>
        <p:spPr>
          <a:xfrm>
            <a:off x="7297788" y="2347913"/>
            <a:ext cx="2676" cy="191536"/>
          </a:xfrm>
          <a:custGeom>
            <a:avLst/>
            <a:gdLst/>
            <a:ahLst/>
            <a:cxnLst/>
            <a:rect l="l" t="t" r="r" b="b"/>
            <a:pathLst>
              <a:path w="19" h="1360" extrusionOk="0">
                <a:moveTo>
                  <a:pt x="0" y="1"/>
                </a:moveTo>
                <a:lnTo>
                  <a:pt x="0" y="1360"/>
                </a:lnTo>
                <a:lnTo>
                  <a:pt x="19" y="1322"/>
                </a:lnTo>
                <a:lnTo>
                  <a:pt x="19" y="20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43"/>
          <p:cNvSpPr/>
          <p:nvPr/>
        </p:nvSpPr>
        <p:spPr>
          <a:xfrm>
            <a:off x="7300323" y="2350589"/>
            <a:ext cx="2817" cy="183649"/>
          </a:xfrm>
          <a:custGeom>
            <a:avLst/>
            <a:gdLst/>
            <a:ahLst/>
            <a:cxnLst/>
            <a:rect l="l" t="t" r="r" b="b"/>
            <a:pathLst>
              <a:path w="20" h="1304" extrusionOk="0">
                <a:moveTo>
                  <a:pt x="1" y="1"/>
                </a:moveTo>
                <a:lnTo>
                  <a:pt x="1" y="1303"/>
                </a:lnTo>
                <a:lnTo>
                  <a:pt x="19" y="1285"/>
                </a:lnTo>
                <a:lnTo>
                  <a:pt x="19" y="3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3"/>
          <p:cNvSpPr/>
          <p:nvPr/>
        </p:nvSpPr>
        <p:spPr>
          <a:xfrm>
            <a:off x="7302999" y="2355800"/>
            <a:ext cx="5352" cy="175762"/>
          </a:xfrm>
          <a:custGeom>
            <a:avLst/>
            <a:gdLst/>
            <a:ahLst/>
            <a:cxnLst/>
            <a:rect l="l" t="t" r="r" b="b"/>
            <a:pathLst>
              <a:path w="38" h="1248" extrusionOk="0">
                <a:moveTo>
                  <a:pt x="0" y="1"/>
                </a:moveTo>
                <a:lnTo>
                  <a:pt x="0" y="1248"/>
                </a:lnTo>
                <a:lnTo>
                  <a:pt x="37" y="1229"/>
                </a:lnTo>
                <a:lnTo>
                  <a:pt x="37" y="19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3"/>
          <p:cNvSpPr/>
          <p:nvPr/>
        </p:nvSpPr>
        <p:spPr>
          <a:xfrm>
            <a:off x="7308210" y="2358475"/>
            <a:ext cx="2817" cy="170551"/>
          </a:xfrm>
          <a:custGeom>
            <a:avLst/>
            <a:gdLst/>
            <a:ahLst/>
            <a:cxnLst/>
            <a:rect l="l" t="t" r="r" b="b"/>
            <a:pathLst>
              <a:path w="20" h="1211" extrusionOk="0">
                <a:moveTo>
                  <a:pt x="0" y="0"/>
                </a:moveTo>
                <a:lnTo>
                  <a:pt x="0" y="1210"/>
                </a:lnTo>
                <a:lnTo>
                  <a:pt x="19" y="1192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3"/>
          <p:cNvSpPr/>
          <p:nvPr/>
        </p:nvSpPr>
        <p:spPr>
          <a:xfrm>
            <a:off x="7310886" y="2361151"/>
            <a:ext cx="2676" cy="165199"/>
          </a:xfrm>
          <a:custGeom>
            <a:avLst/>
            <a:gdLst/>
            <a:ahLst/>
            <a:cxnLst/>
            <a:rect l="l" t="t" r="r" b="b"/>
            <a:pathLst>
              <a:path w="19" h="1173" extrusionOk="0">
                <a:moveTo>
                  <a:pt x="0" y="0"/>
                </a:moveTo>
                <a:lnTo>
                  <a:pt x="0" y="1173"/>
                </a:lnTo>
                <a:lnTo>
                  <a:pt x="19" y="1154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3"/>
          <p:cNvSpPr/>
          <p:nvPr/>
        </p:nvSpPr>
        <p:spPr>
          <a:xfrm>
            <a:off x="7313421" y="2363686"/>
            <a:ext cx="2817" cy="159989"/>
          </a:xfrm>
          <a:custGeom>
            <a:avLst/>
            <a:gdLst/>
            <a:ahLst/>
            <a:cxnLst/>
            <a:rect l="l" t="t" r="r" b="b"/>
            <a:pathLst>
              <a:path w="20" h="1136" extrusionOk="0">
                <a:moveTo>
                  <a:pt x="1" y="1"/>
                </a:moveTo>
                <a:lnTo>
                  <a:pt x="1" y="1136"/>
                </a:lnTo>
                <a:lnTo>
                  <a:pt x="19" y="1117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3"/>
          <p:cNvSpPr/>
          <p:nvPr/>
        </p:nvSpPr>
        <p:spPr>
          <a:xfrm>
            <a:off x="7316097" y="2366362"/>
            <a:ext cx="2676" cy="154778"/>
          </a:xfrm>
          <a:custGeom>
            <a:avLst/>
            <a:gdLst/>
            <a:ahLst/>
            <a:cxnLst/>
            <a:rect l="l" t="t" r="r" b="b"/>
            <a:pathLst>
              <a:path w="19" h="1099" extrusionOk="0">
                <a:moveTo>
                  <a:pt x="0" y="0"/>
                </a:moveTo>
                <a:lnTo>
                  <a:pt x="0" y="1098"/>
                </a:lnTo>
                <a:lnTo>
                  <a:pt x="19" y="1061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3"/>
          <p:cNvSpPr/>
          <p:nvPr/>
        </p:nvSpPr>
        <p:spPr>
          <a:xfrm>
            <a:off x="7318632" y="2368897"/>
            <a:ext cx="2817" cy="147032"/>
          </a:xfrm>
          <a:custGeom>
            <a:avLst/>
            <a:gdLst/>
            <a:ahLst/>
            <a:cxnLst/>
            <a:rect l="l" t="t" r="r" b="b"/>
            <a:pathLst>
              <a:path w="20" h="1044" extrusionOk="0">
                <a:moveTo>
                  <a:pt x="1" y="1"/>
                </a:moveTo>
                <a:lnTo>
                  <a:pt x="1" y="1043"/>
                </a:lnTo>
                <a:lnTo>
                  <a:pt x="20" y="1024"/>
                </a:lnTo>
                <a:lnTo>
                  <a:pt x="20" y="3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3"/>
          <p:cNvSpPr/>
          <p:nvPr/>
        </p:nvSpPr>
        <p:spPr>
          <a:xfrm>
            <a:off x="7321308" y="2374249"/>
            <a:ext cx="5352" cy="139004"/>
          </a:xfrm>
          <a:custGeom>
            <a:avLst/>
            <a:gdLst/>
            <a:ahLst/>
            <a:cxnLst/>
            <a:rect l="l" t="t" r="r" b="b"/>
            <a:pathLst>
              <a:path w="38" h="987" extrusionOk="0">
                <a:moveTo>
                  <a:pt x="1" y="0"/>
                </a:moveTo>
                <a:lnTo>
                  <a:pt x="1" y="986"/>
                </a:lnTo>
                <a:lnTo>
                  <a:pt x="38" y="968"/>
                </a:lnTo>
                <a:lnTo>
                  <a:pt x="38" y="19"/>
                </a:lnTo>
                <a:lnTo>
                  <a:pt x="1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3"/>
          <p:cNvSpPr/>
          <p:nvPr/>
        </p:nvSpPr>
        <p:spPr>
          <a:xfrm>
            <a:off x="7326518" y="2376784"/>
            <a:ext cx="2817" cy="133793"/>
          </a:xfrm>
          <a:custGeom>
            <a:avLst/>
            <a:gdLst/>
            <a:ahLst/>
            <a:cxnLst/>
            <a:rect l="l" t="t" r="r" b="b"/>
            <a:pathLst>
              <a:path w="20" h="950" extrusionOk="0">
                <a:moveTo>
                  <a:pt x="1" y="1"/>
                </a:moveTo>
                <a:lnTo>
                  <a:pt x="1" y="950"/>
                </a:lnTo>
                <a:lnTo>
                  <a:pt x="19" y="931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3"/>
          <p:cNvSpPr/>
          <p:nvPr/>
        </p:nvSpPr>
        <p:spPr>
          <a:xfrm>
            <a:off x="7329194" y="2379460"/>
            <a:ext cx="2676" cy="128582"/>
          </a:xfrm>
          <a:custGeom>
            <a:avLst/>
            <a:gdLst/>
            <a:ahLst/>
            <a:cxnLst/>
            <a:rect l="l" t="t" r="r" b="b"/>
            <a:pathLst>
              <a:path w="19" h="913" extrusionOk="0">
                <a:moveTo>
                  <a:pt x="0" y="0"/>
                </a:moveTo>
                <a:lnTo>
                  <a:pt x="0" y="912"/>
                </a:lnTo>
                <a:lnTo>
                  <a:pt x="19" y="894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3"/>
          <p:cNvSpPr/>
          <p:nvPr/>
        </p:nvSpPr>
        <p:spPr>
          <a:xfrm>
            <a:off x="7331729" y="2381995"/>
            <a:ext cx="2817" cy="123371"/>
          </a:xfrm>
          <a:custGeom>
            <a:avLst/>
            <a:gdLst/>
            <a:ahLst/>
            <a:cxnLst/>
            <a:rect l="l" t="t" r="r" b="b"/>
            <a:pathLst>
              <a:path w="20" h="876" extrusionOk="0">
                <a:moveTo>
                  <a:pt x="1" y="1"/>
                </a:moveTo>
                <a:lnTo>
                  <a:pt x="1" y="876"/>
                </a:lnTo>
                <a:lnTo>
                  <a:pt x="20" y="857"/>
                </a:lnTo>
                <a:lnTo>
                  <a:pt x="20" y="20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3"/>
          <p:cNvSpPr/>
          <p:nvPr/>
        </p:nvSpPr>
        <p:spPr>
          <a:xfrm>
            <a:off x="7334405" y="2384671"/>
            <a:ext cx="2817" cy="118020"/>
          </a:xfrm>
          <a:custGeom>
            <a:avLst/>
            <a:gdLst/>
            <a:ahLst/>
            <a:cxnLst/>
            <a:rect l="l" t="t" r="r" b="b"/>
            <a:pathLst>
              <a:path w="20" h="838" extrusionOk="0">
                <a:moveTo>
                  <a:pt x="1" y="1"/>
                </a:moveTo>
                <a:lnTo>
                  <a:pt x="1" y="838"/>
                </a:lnTo>
                <a:lnTo>
                  <a:pt x="19" y="801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3"/>
          <p:cNvSpPr/>
          <p:nvPr/>
        </p:nvSpPr>
        <p:spPr>
          <a:xfrm>
            <a:off x="7337081" y="2387346"/>
            <a:ext cx="2676" cy="110133"/>
          </a:xfrm>
          <a:custGeom>
            <a:avLst/>
            <a:gdLst/>
            <a:ahLst/>
            <a:cxnLst/>
            <a:rect l="l" t="t" r="r" b="b"/>
            <a:pathLst>
              <a:path w="19" h="782" extrusionOk="0">
                <a:moveTo>
                  <a:pt x="0" y="0"/>
                </a:moveTo>
                <a:lnTo>
                  <a:pt x="0" y="782"/>
                </a:lnTo>
                <a:lnTo>
                  <a:pt x="19" y="763"/>
                </a:lnTo>
                <a:lnTo>
                  <a:pt x="19" y="37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3"/>
          <p:cNvSpPr/>
          <p:nvPr/>
        </p:nvSpPr>
        <p:spPr>
          <a:xfrm>
            <a:off x="7339616" y="2392557"/>
            <a:ext cx="5493" cy="102387"/>
          </a:xfrm>
          <a:custGeom>
            <a:avLst/>
            <a:gdLst/>
            <a:ahLst/>
            <a:cxnLst/>
            <a:rect l="l" t="t" r="r" b="b"/>
            <a:pathLst>
              <a:path w="39" h="727" extrusionOk="0">
                <a:moveTo>
                  <a:pt x="1" y="0"/>
                </a:moveTo>
                <a:lnTo>
                  <a:pt x="1" y="726"/>
                </a:lnTo>
                <a:lnTo>
                  <a:pt x="38" y="708"/>
                </a:lnTo>
                <a:lnTo>
                  <a:pt x="38" y="19"/>
                </a:lnTo>
                <a:lnTo>
                  <a:pt x="1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3"/>
          <p:cNvSpPr/>
          <p:nvPr/>
        </p:nvSpPr>
        <p:spPr>
          <a:xfrm>
            <a:off x="7344968" y="2395092"/>
            <a:ext cx="2676" cy="97176"/>
          </a:xfrm>
          <a:custGeom>
            <a:avLst/>
            <a:gdLst/>
            <a:ahLst/>
            <a:cxnLst/>
            <a:rect l="l" t="t" r="r" b="b"/>
            <a:pathLst>
              <a:path w="19" h="690" extrusionOk="0">
                <a:moveTo>
                  <a:pt x="0" y="1"/>
                </a:moveTo>
                <a:lnTo>
                  <a:pt x="0" y="690"/>
                </a:lnTo>
                <a:lnTo>
                  <a:pt x="19" y="671"/>
                </a:lnTo>
                <a:lnTo>
                  <a:pt x="19" y="20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3"/>
          <p:cNvSpPr/>
          <p:nvPr/>
        </p:nvSpPr>
        <p:spPr>
          <a:xfrm>
            <a:off x="7347503" y="2397768"/>
            <a:ext cx="2817" cy="91824"/>
          </a:xfrm>
          <a:custGeom>
            <a:avLst/>
            <a:gdLst/>
            <a:ahLst/>
            <a:cxnLst/>
            <a:rect l="l" t="t" r="r" b="b"/>
            <a:pathLst>
              <a:path w="20" h="652" extrusionOk="0">
                <a:moveTo>
                  <a:pt x="1" y="1"/>
                </a:moveTo>
                <a:lnTo>
                  <a:pt x="1" y="652"/>
                </a:lnTo>
                <a:lnTo>
                  <a:pt x="19" y="633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3"/>
          <p:cNvSpPr/>
          <p:nvPr/>
        </p:nvSpPr>
        <p:spPr>
          <a:xfrm>
            <a:off x="7350178" y="2400444"/>
            <a:ext cx="2676" cy="86614"/>
          </a:xfrm>
          <a:custGeom>
            <a:avLst/>
            <a:gdLst/>
            <a:ahLst/>
            <a:cxnLst/>
            <a:rect l="l" t="t" r="r" b="b"/>
            <a:pathLst>
              <a:path w="19" h="615" extrusionOk="0">
                <a:moveTo>
                  <a:pt x="0" y="0"/>
                </a:moveTo>
                <a:lnTo>
                  <a:pt x="0" y="614"/>
                </a:lnTo>
                <a:lnTo>
                  <a:pt x="19" y="596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3"/>
          <p:cNvSpPr/>
          <p:nvPr/>
        </p:nvSpPr>
        <p:spPr>
          <a:xfrm>
            <a:off x="7352713" y="2402979"/>
            <a:ext cx="2817" cy="81403"/>
          </a:xfrm>
          <a:custGeom>
            <a:avLst/>
            <a:gdLst/>
            <a:ahLst/>
            <a:cxnLst/>
            <a:rect l="l" t="t" r="r" b="b"/>
            <a:pathLst>
              <a:path w="20" h="578" extrusionOk="0">
                <a:moveTo>
                  <a:pt x="1" y="1"/>
                </a:moveTo>
                <a:lnTo>
                  <a:pt x="1" y="578"/>
                </a:lnTo>
                <a:lnTo>
                  <a:pt x="19" y="541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3"/>
          <p:cNvSpPr/>
          <p:nvPr/>
        </p:nvSpPr>
        <p:spPr>
          <a:xfrm>
            <a:off x="7355389" y="2405655"/>
            <a:ext cx="2817" cy="73516"/>
          </a:xfrm>
          <a:custGeom>
            <a:avLst/>
            <a:gdLst/>
            <a:ahLst/>
            <a:cxnLst/>
            <a:rect l="l" t="t" r="r" b="b"/>
            <a:pathLst>
              <a:path w="20" h="522" extrusionOk="0">
                <a:moveTo>
                  <a:pt x="0" y="0"/>
                </a:moveTo>
                <a:lnTo>
                  <a:pt x="0" y="522"/>
                </a:lnTo>
                <a:lnTo>
                  <a:pt x="19" y="503"/>
                </a:lnTo>
                <a:lnTo>
                  <a:pt x="19" y="3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3"/>
          <p:cNvSpPr/>
          <p:nvPr/>
        </p:nvSpPr>
        <p:spPr>
          <a:xfrm>
            <a:off x="7358065" y="2410866"/>
            <a:ext cx="5352" cy="65629"/>
          </a:xfrm>
          <a:custGeom>
            <a:avLst/>
            <a:gdLst/>
            <a:ahLst/>
            <a:cxnLst/>
            <a:rect l="l" t="t" r="r" b="b"/>
            <a:pathLst>
              <a:path w="38" h="466" extrusionOk="0">
                <a:moveTo>
                  <a:pt x="0" y="1"/>
                </a:moveTo>
                <a:lnTo>
                  <a:pt x="0" y="466"/>
                </a:lnTo>
                <a:lnTo>
                  <a:pt x="37" y="447"/>
                </a:lnTo>
                <a:lnTo>
                  <a:pt x="37" y="19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3"/>
          <p:cNvSpPr/>
          <p:nvPr/>
        </p:nvSpPr>
        <p:spPr>
          <a:xfrm>
            <a:off x="7363276" y="2413541"/>
            <a:ext cx="2676" cy="60418"/>
          </a:xfrm>
          <a:custGeom>
            <a:avLst/>
            <a:gdLst/>
            <a:ahLst/>
            <a:cxnLst/>
            <a:rect l="l" t="t" r="r" b="b"/>
            <a:pathLst>
              <a:path w="19" h="429" extrusionOk="0">
                <a:moveTo>
                  <a:pt x="0" y="0"/>
                </a:moveTo>
                <a:lnTo>
                  <a:pt x="0" y="428"/>
                </a:lnTo>
                <a:lnTo>
                  <a:pt x="19" y="410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43"/>
          <p:cNvSpPr/>
          <p:nvPr/>
        </p:nvSpPr>
        <p:spPr>
          <a:xfrm>
            <a:off x="7365811" y="2416076"/>
            <a:ext cx="2817" cy="55207"/>
          </a:xfrm>
          <a:custGeom>
            <a:avLst/>
            <a:gdLst/>
            <a:ahLst/>
            <a:cxnLst/>
            <a:rect l="l" t="t" r="r" b="b"/>
            <a:pathLst>
              <a:path w="20" h="392" extrusionOk="0">
                <a:moveTo>
                  <a:pt x="1" y="1"/>
                </a:moveTo>
                <a:lnTo>
                  <a:pt x="1" y="392"/>
                </a:lnTo>
                <a:lnTo>
                  <a:pt x="20" y="373"/>
                </a:lnTo>
                <a:lnTo>
                  <a:pt x="20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3"/>
          <p:cNvSpPr/>
          <p:nvPr/>
        </p:nvSpPr>
        <p:spPr>
          <a:xfrm>
            <a:off x="7368487" y="2418752"/>
            <a:ext cx="2817" cy="49996"/>
          </a:xfrm>
          <a:custGeom>
            <a:avLst/>
            <a:gdLst/>
            <a:ahLst/>
            <a:cxnLst/>
            <a:rect l="l" t="t" r="r" b="b"/>
            <a:pathLst>
              <a:path w="20" h="355" extrusionOk="0">
                <a:moveTo>
                  <a:pt x="1" y="0"/>
                </a:moveTo>
                <a:lnTo>
                  <a:pt x="1" y="354"/>
                </a:lnTo>
                <a:lnTo>
                  <a:pt x="19" y="335"/>
                </a:lnTo>
                <a:lnTo>
                  <a:pt x="19" y="19"/>
                </a:lnTo>
                <a:lnTo>
                  <a:pt x="1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43"/>
          <p:cNvSpPr/>
          <p:nvPr/>
        </p:nvSpPr>
        <p:spPr>
          <a:xfrm>
            <a:off x="7371163" y="2421428"/>
            <a:ext cx="2676" cy="44645"/>
          </a:xfrm>
          <a:custGeom>
            <a:avLst/>
            <a:gdLst/>
            <a:ahLst/>
            <a:cxnLst/>
            <a:rect l="l" t="t" r="r" b="b"/>
            <a:pathLst>
              <a:path w="19" h="317" extrusionOk="0">
                <a:moveTo>
                  <a:pt x="0" y="0"/>
                </a:moveTo>
                <a:lnTo>
                  <a:pt x="0" y="316"/>
                </a:lnTo>
                <a:lnTo>
                  <a:pt x="19" y="279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3"/>
          <p:cNvSpPr/>
          <p:nvPr/>
        </p:nvSpPr>
        <p:spPr>
          <a:xfrm>
            <a:off x="7373698" y="2423963"/>
            <a:ext cx="2817" cy="36899"/>
          </a:xfrm>
          <a:custGeom>
            <a:avLst/>
            <a:gdLst/>
            <a:ahLst/>
            <a:cxnLst/>
            <a:rect l="l" t="t" r="r" b="b"/>
            <a:pathLst>
              <a:path w="20" h="262" extrusionOk="0">
                <a:moveTo>
                  <a:pt x="1" y="1"/>
                </a:moveTo>
                <a:lnTo>
                  <a:pt x="1" y="261"/>
                </a:lnTo>
                <a:lnTo>
                  <a:pt x="19" y="243"/>
                </a:lnTo>
                <a:lnTo>
                  <a:pt x="19" y="3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43"/>
          <p:cNvSpPr/>
          <p:nvPr/>
        </p:nvSpPr>
        <p:spPr>
          <a:xfrm>
            <a:off x="7376374" y="2429174"/>
            <a:ext cx="5352" cy="29012"/>
          </a:xfrm>
          <a:custGeom>
            <a:avLst/>
            <a:gdLst/>
            <a:ahLst/>
            <a:cxnLst/>
            <a:rect l="l" t="t" r="r" b="b"/>
            <a:pathLst>
              <a:path w="38" h="206" extrusionOk="0">
                <a:moveTo>
                  <a:pt x="0" y="1"/>
                </a:moveTo>
                <a:lnTo>
                  <a:pt x="0" y="206"/>
                </a:lnTo>
                <a:lnTo>
                  <a:pt x="38" y="187"/>
                </a:lnTo>
                <a:lnTo>
                  <a:pt x="38" y="20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3"/>
          <p:cNvSpPr/>
          <p:nvPr/>
        </p:nvSpPr>
        <p:spPr>
          <a:xfrm>
            <a:off x="7381584" y="2431850"/>
            <a:ext cx="2817" cy="23801"/>
          </a:xfrm>
          <a:custGeom>
            <a:avLst/>
            <a:gdLst/>
            <a:ahLst/>
            <a:cxnLst/>
            <a:rect l="l" t="t" r="r" b="b"/>
            <a:pathLst>
              <a:path w="20" h="169" extrusionOk="0">
                <a:moveTo>
                  <a:pt x="1" y="1"/>
                </a:moveTo>
                <a:lnTo>
                  <a:pt x="1" y="168"/>
                </a:lnTo>
                <a:lnTo>
                  <a:pt x="19" y="149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43"/>
          <p:cNvSpPr/>
          <p:nvPr/>
        </p:nvSpPr>
        <p:spPr>
          <a:xfrm>
            <a:off x="7384260" y="2434526"/>
            <a:ext cx="2676" cy="18449"/>
          </a:xfrm>
          <a:custGeom>
            <a:avLst/>
            <a:gdLst/>
            <a:ahLst/>
            <a:cxnLst/>
            <a:rect l="l" t="t" r="r" b="b"/>
            <a:pathLst>
              <a:path w="19" h="131" extrusionOk="0">
                <a:moveTo>
                  <a:pt x="0" y="0"/>
                </a:moveTo>
                <a:lnTo>
                  <a:pt x="0" y="130"/>
                </a:lnTo>
                <a:lnTo>
                  <a:pt x="19" y="112"/>
                </a:lnTo>
                <a:lnTo>
                  <a:pt x="19" y="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3"/>
          <p:cNvSpPr/>
          <p:nvPr/>
        </p:nvSpPr>
        <p:spPr>
          <a:xfrm>
            <a:off x="7386795" y="2437061"/>
            <a:ext cx="2817" cy="13238"/>
          </a:xfrm>
          <a:custGeom>
            <a:avLst/>
            <a:gdLst/>
            <a:ahLst/>
            <a:cxnLst/>
            <a:rect l="l" t="t" r="r" b="b"/>
            <a:pathLst>
              <a:path w="20" h="94" extrusionOk="0">
                <a:moveTo>
                  <a:pt x="1" y="1"/>
                </a:moveTo>
                <a:lnTo>
                  <a:pt x="1" y="94"/>
                </a:lnTo>
                <a:lnTo>
                  <a:pt x="19" y="75"/>
                </a:lnTo>
                <a:lnTo>
                  <a:pt x="19" y="19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" name="Google Shape;101;p43"/>
          <p:cNvGrpSpPr/>
          <p:nvPr/>
        </p:nvGrpSpPr>
        <p:grpSpPr>
          <a:xfrm>
            <a:off x="6928127" y="-153501"/>
            <a:ext cx="2872292" cy="2378232"/>
            <a:chOff x="2210400" y="2558550"/>
            <a:chExt cx="971025" cy="804000"/>
          </a:xfrm>
        </p:grpSpPr>
        <p:sp>
          <p:nvSpPr>
            <p:cNvPr id="102" name="Google Shape;102;p43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43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43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43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43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43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43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43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" name="Google Shape;110;p43"/>
          <p:cNvGrpSpPr/>
          <p:nvPr/>
        </p:nvGrpSpPr>
        <p:grpSpPr>
          <a:xfrm>
            <a:off x="6759101" y="683981"/>
            <a:ext cx="849356" cy="703259"/>
            <a:chOff x="2210400" y="2558550"/>
            <a:chExt cx="971025" cy="804000"/>
          </a:xfrm>
        </p:grpSpPr>
        <p:sp>
          <p:nvSpPr>
            <p:cNvPr id="111" name="Google Shape;111;p43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43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43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43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43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43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43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43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9" name="Google Shape;119;p43"/>
          <p:cNvGrpSpPr/>
          <p:nvPr/>
        </p:nvGrpSpPr>
        <p:grpSpPr>
          <a:xfrm>
            <a:off x="5981081" y="902566"/>
            <a:ext cx="849275" cy="848250"/>
            <a:chOff x="2651171" y="2397773"/>
            <a:chExt cx="2099568" cy="2097033"/>
          </a:xfrm>
        </p:grpSpPr>
        <p:sp>
          <p:nvSpPr>
            <p:cNvPr id="120" name="Google Shape;120;p43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43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2" name="Google Shape;122;p43"/>
          <p:cNvGrpSpPr/>
          <p:nvPr/>
        </p:nvGrpSpPr>
        <p:grpSpPr>
          <a:xfrm>
            <a:off x="8388278" y="3692803"/>
            <a:ext cx="1067211" cy="1065922"/>
            <a:chOff x="2651171" y="2397773"/>
            <a:chExt cx="2099568" cy="2097033"/>
          </a:xfrm>
        </p:grpSpPr>
        <p:sp>
          <p:nvSpPr>
            <p:cNvPr id="123" name="Google Shape;123;p43"/>
            <p:cNvSpPr/>
            <p:nvPr/>
          </p:nvSpPr>
          <p:spPr>
            <a:xfrm>
              <a:off x="2682577" y="2429319"/>
              <a:ext cx="2036756" cy="2036615"/>
            </a:xfrm>
            <a:custGeom>
              <a:avLst/>
              <a:gdLst/>
              <a:ahLst/>
              <a:cxnLst/>
              <a:rect l="l" t="t" r="r" b="b"/>
              <a:pathLst>
                <a:path w="14462" h="14461" extrusionOk="0">
                  <a:moveTo>
                    <a:pt x="7222" y="0"/>
                  </a:moveTo>
                  <a:lnTo>
                    <a:pt x="1" y="7221"/>
                  </a:lnTo>
                  <a:lnTo>
                    <a:pt x="7222" y="14461"/>
                  </a:lnTo>
                  <a:lnTo>
                    <a:pt x="14461" y="7221"/>
                  </a:lnTo>
                  <a:lnTo>
                    <a:pt x="7222" y="0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1F133E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43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43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6" name="Google Shape;126;p43"/>
          <p:cNvGrpSpPr/>
          <p:nvPr/>
        </p:nvGrpSpPr>
        <p:grpSpPr>
          <a:xfrm>
            <a:off x="5134360" y="1145509"/>
            <a:ext cx="4779359" cy="3901002"/>
            <a:chOff x="2556818" y="232872"/>
            <a:chExt cx="6486643" cy="5294519"/>
          </a:xfrm>
        </p:grpSpPr>
        <p:sp>
          <p:nvSpPr>
            <p:cNvPr id="127" name="Google Shape;127;p43"/>
            <p:cNvSpPr/>
            <p:nvPr/>
          </p:nvSpPr>
          <p:spPr>
            <a:xfrm>
              <a:off x="3969040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43"/>
            <p:cNvSpPr/>
            <p:nvPr/>
          </p:nvSpPr>
          <p:spPr>
            <a:xfrm>
              <a:off x="3835388" y="232872"/>
              <a:ext cx="4531929" cy="4529254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43"/>
            <p:cNvSpPr/>
            <p:nvPr/>
          </p:nvSpPr>
          <p:spPr>
            <a:xfrm>
              <a:off x="3704272" y="232872"/>
              <a:ext cx="4529394" cy="4529254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43"/>
            <p:cNvSpPr/>
            <p:nvPr/>
          </p:nvSpPr>
          <p:spPr>
            <a:xfrm>
              <a:off x="3573297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43"/>
            <p:cNvSpPr/>
            <p:nvPr/>
          </p:nvSpPr>
          <p:spPr>
            <a:xfrm>
              <a:off x="4514207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43"/>
            <p:cNvSpPr/>
            <p:nvPr/>
          </p:nvSpPr>
          <p:spPr>
            <a:xfrm>
              <a:off x="4380556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43"/>
            <p:cNvSpPr/>
            <p:nvPr/>
          </p:nvSpPr>
          <p:spPr>
            <a:xfrm>
              <a:off x="4249440" y="232872"/>
              <a:ext cx="4529394" cy="4529254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43"/>
            <p:cNvSpPr/>
            <p:nvPr/>
          </p:nvSpPr>
          <p:spPr>
            <a:xfrm>
              <a:off x="4115789" y="232872"/>
              <a:ext cx="4531929" cy="4529254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43"/>
            <p:cNvSpPr/>
            <p:nvPr/>
          </p:nvSpPr>
          <p:spPr>
            <a:xfrm>
              <a:off x="2556818" y="3784276"/>
              <a:ext cx="1743115" cy="174311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6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1F133E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4"/>
          <p:cNvSpPr txBox="1">
            <a:spLocks noGrp="1"/>
          </p:cNvSpPr>
          <p:nvPr>
            <p:ph type="title"/>
          </p:nvPr>
        </p:nvSpPr>
        <p:spPr>
          <a:xfrm>
            <a:off x="1506398" y="1559275"/>
            <a:ext cx="25743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44"/>
          <p:cNvSpPr txBox="1">
            <a:spLocks noGrp="1"/>
          </p:cNvSpPr>
          <p:nvPr>
            <p:ph type="title" idx="2"/>
          </p:nvPr>
        </p:nvSpPr>
        <p:spPr>
          <a:xfrm>
            <a:off x="730301" y="1711675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9" name="Google Shape;139;p44"/>
          <p:cNvSpPr txBox="1">
            <a:spLocks noGrp="1"/>
          </p:cNvSpPr>
          <p:nvPr>
            <p:ph type="subTitle" idx="1"/>
          </p:nvPr>
        </p:nvSpPr>
        <p:spPr>
          <a:xfrm>
            <a:off x="1506390" y="1996550"/>
            <a:ext cx="25743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44"/>
          <p:cNvSpPr txBox="1">
            <a:spLocks noGrp="1"/>
          </p:cNvSpPr>
          <p:nvPr>
            <p:ph type="title" idx="3"/>
          </p:nvPr>
        </p:nvSpPr>
        <p:spPr>
          <a:xfrm>
            <a:off x="1506523" y="3272625"/>
            <a:ext cx="25743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1" name="Google Shape;141;p44"/>
          <p:cNvSpPr txBox="1">
            <a:spLocks noGrp="1"/>
          </p:cNvSpPr>
          <p:nvPr>
            <p:ph type="title" idx="4"/>
          </p:nvPr>
        </p:nvSpPr>
        <p:spPr>
          <a:xfrm>
            <a:off x="730469" y="3425025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42" name="Google Shape;142;p44"/>
          <p:cNvSpPr txBox="1">
            <a:spLocks noGrp="1"/>
          </p:cNvSpPr>
          <p:nvPr>
            <p:ph type="subTitle" idx="5"/>
          </p:nvPr>
        </p:nvSpPr>
        <p:spPr>
          <a:xfrm>
            <a:off x="1506514" y="3709900"/>
            <a:ext cx="25743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44"/>
          <p:cNvSpPr txBox="1">
            <a:spLocks noGrp="1"/>
          </p:cNvSpPr>
          <p:nvPr>
            <p:ph type="title" idx="6"/>
          </p:nvPr>
        </p:nvSpPr>
        <p:spPr>
          <a:xfrm>
            <a:off x="5045226" y="1559275"/>
            <a:ext cx="25743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4" name="Google Shape;144;p44"/>
          <p:cNvSpPr txBox="1">
            <a:spLocks noGrp="1"/>
          </p:cNvSpPr>
          <p:nvPr>
            <p:ph type="title" idx="7"/>
          </p:nvPr>
        </p:nvSpPr>
        <p:spPr>
          <a:xfrm>
            <a:off x="4281950" y="1711675"/>
            <a:ext cx="7764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subTitle" idx="8"/>
          </p:nvPr>
        </p:nvSpPr>
        <p:spPr>
          <a:xfrm>
            <a:off x="5045218" y="1996550"/>
            <a:ext cx="25743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title" idx="9"/>
          </p:nvPr>
        </p:nvSpPr>
        <p:spPr>
          <a:xfrm>
            <a:off x="4282125" y="3425025"/>
            <a:ext cx="7764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47" name="Google Shape;147;p44"/>
          <p:cNvGrpSpPr/>
          <p:nvPr/>
        </p:nvGrpSpPr>
        <p:grpSpPr>
          <a:xfrm>
            <a:off x="-3302090" y="-450720"/>
            <a:ext cx="4015313" cy="3884503"/>
            <a:chOff x="5440750" y="1669400"/>
            <a:chExt cx="971525" cy="939875"/>
          </a:xfrm>
        </p:grpSpPr>
        <p:sp>
          <p:nvSpPr>
            <p:cNvPr id="148" name="Google Shape;148;p44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44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44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44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44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44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44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44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44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44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44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44"/>
            <p:cNvSpPr/>
            <p:nvPr/>
          </p:nvSpPr>
          <p:spPr>
            <a:xfrm>
              <a:off x="60609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20" y="0"/>
                  </a:moveTo>
                  <a:lnTo>
                    <a:pt x="1" y="19"/>
                  </a:lnTo>
                  <a:lnTo>
                    <a:pt x="20" y="3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44"/>
            <p:cNvSpPr/>
            <p:nvPr/>
          </p:nvSpPr>
          <p:spPr>
            <a:xfrm>
              <a:off x="6061425" y="2060700"/>
              <a:ext cx="500" cy="2350"/>
            </a:xfrm>
            <a:custGeom>
              <a:avLst/>
              <a:gdLst/>
              <a:ahLst/>
              <a:cxnLst/>
              <a:rect l="l" t="t" r="r" b="b"/>
              <a:pathLst>
                <a:path w="20" h="94" extrusionOk="0">
                  <a:moveTo>
                    <a:pt x="19" y="1"/>
                  </a:moveTo>
                  <a:lnTo>
                    <a:pt x="1" y="19"/>
                  </a:lnTo>
                  <a:lnTo>
                    <a:pt x="1" y="56"/>
                  </a:lnTo>
                  <a:lnTo>
                    <a:pt x="19" y="94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44"/>
            <p:cNvSpPr/>
            <p:nvPr/>
          </p:nvSpPr>
          <p:spPr>
            <a:xfrm>
              <a:off x="6061900" y="2060225"/>
              <a:ext cx="950" cy="3300"/>
            </a:xfrm>
            <a:custGeom>
              <a:avLst/>
              <a:gdLst/>
              <a:ahLst/>
              <a:cxnLst/>
              <a:rect l="l" t="t" r="r" b="b"/>
              <a:pathLst>
                <a:path w="38" h="132" extrusionOk="0">
                  <a:moveTo>
                    <a:pt x="37" y="1"/>
                  </a:moveTo>
                  <a:lnTo>
                    <a:pt x="0" y="20"/>
                  </a:lnTo>
                  <a:lnTo>
                    <a:pt x="0" y="113"/>
                  </a:lnTo>
                  <a:lnTo>
                    <a:pt x="37" y="131"/>
                  </a:lnTo>
                  <a:lnTo>
                    <a:pt x="37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44"/>
            <p:cNvSpPr/>
            <p:nvPr/>
          </p:nvSpPr>
          <p:spPr>
            <a:xfrm>
              <a:off x="6062825" y="2059775"/>
              <a:ext cx="500" cy="4200"/>
            </a:xfrm>
            <a:custGeom>
              <a:avLst/>
              <a:gdLst/>
              <a:ahLst/>
              <a:cxnLst/>
              <a:rect l="l" t="t" r="r" b="b"/>
              <a:pathLst>
                <a:path w="20" h="168" extrusionOk="0">
                  <a:moveTo>
                    <a:pt x="19" y="0"/>
                  </a:moveTo>
                  <a:lnTo>
                    <a:pt x="0" y="19"/>
                  </a:lnTo>
                  <a:lnTo>
                    <a:pt x="0" y="149"/>
                  </a:lnTo>
                  <a:lnTo>
                    <a:pt x="19" y="16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44"/>
            <p:cNvSpPr/>
            <p:nvPr/>
          </p:nvSpPr>
          <p:spPr>
            <a:xfrm>
              <a:off x="6063300" y="2058850"/>
              <a:ext cx="475" cy="5600"/>
            </a:xfrm>
            <a:custGeom>
              <a:avLst/>
              <a:gdLst/>
              <a:ahLst/>
              <a:cxnLst/>
              <a:rect l="l" t="t" r="r" b="b"/>
              <a:pathLst>
                <a:path w="19" h="224" extrusionOk="0">
                  <a:moveTo>
                    <a:pt x="19" y="0"/>
                  </a:moveTo>
                  <a:lnTo>
                    <a:pt x="0" y="37"/>
                  </a:lnTo>
                  <a:lnTo>
                    <a:pt x="0" y="205"/>
                  </a:lnTo>
                  <a:lnTo>
                    <a:pt x="19" y="22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44"/>
            <p:cNvSpPr/>
            <p:nvPr/>
          </p:nvSpPr>
          <p:spPr>
            <a:xfrm>
              <a:off x="6063750" y="2058375"/>
              <a:ext cx="500" cy="6550"/>
            </a:xfrm>
            <a:custGeom>
              <a:avLst/>
              <a:gdLst/>
              <a:ahLst/>
              <a:cxnLst/>
              <a:rect l="l" t="t" r="r" b="b"/>
              <a:pathLst>
                <a:path w="20" h="262" extrusionOk="0">
                  <a:moveTo>
                    <a:pt x="19" y="1"/>
                  </a:moveTo>
                  <a:lnTo>
                    <a:pt x="1" y="19"/>
                  </a:lnTo>
                  <a:lnTo>
                    <a:pt x="1" y="242"/>
                  </a:lnTo>
                  <a:lnTo>
                    <a:pt x="19" y="26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44"/>
            <p:cNvSpPr/>
            <p:nvPr/>
          </p:nvSpPr>
          <p:spPr>
            <a:xfrm>
              <a:off x="6064225" y="2057900"/>
              <a:ext cx="475" cy="7475"/>
            </a:xfrm>
            <a:custGeom>
              <a:avLst/>
              <a:gdLst/>
              <a:ahLst/>
              <a:cxnLst/>
              <a:rect l="l" t="t" r="r" b="b"/>
              <a:pathLst>
                <a:path w="19" h="299" extrusionOk="0">
                  <a:moveTo>
                    <a:pt x="19" y="1"/>
                  </a:moveTo>
                  <a:lnTo>
                    <a:pt x="0" y="20"/>
                  </a:lnTo>
                  <a:lnTo>
                    <a:pt x="0" y="280"/>
                  </a:lnTo>
                  <a:lnTo>
                    <a:pt x="19" y="29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44"/>
            <p:cNvSpPr/>
            <p:nvPr/>
          </p:nvSpPr>
          <p:spPr>
            <a:xfrm>
              <a:off x="606467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9" y="0"/>
                  </a:moveTo>
                  <a:lnTo>
                    <a:pt x="1" y="19"/>
                  </a:lnTo>
                  <a:lnTo>
                    <a:pt x="1" y="317"/>
                  </a:lnTo>
                  <a:lnTo>
                    <a:pt x="19" y="35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44"/>
            <p:cNvSpPr/>
            <p:nvPr/>
          </p:nvSpPr>
          <p:spPr>
            <a:xfrm>
              <a:off x="606515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38" y="1"/>
                  </a:moveTo>
                  <a:lnTo>
                    <a:pt x="0" y="19"/>
                  </a:lnTo>
                  <a:lnTo>
                    <a:pt x="0" y="373"/>
                  </a:lnTo>
                  <a:lnTo>
                    <a:pt x="38" y="392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44"/>
            <p:cNvSpPr/>
            <p:nvPr/>
          </p:nvSpPr>
          <p:spPr>
            <a:xfrm>
              <a:off x="6066075" y="2056525"/>
              <a:ext cx="500" cy="10725"/>
            </a:xfrm>
            <a:custGeom>
              <a:avLst/>
              <a:gdLst/>
              <a:ahLst/>
              <a:cxnLst/>
              <a:rect l="l" t="t" r="r" b="b"/>
              <a:pathLst>
                <a:path w="20" h="429" extrusionOk="0">
                  <a:moveTo>
                    <a:pt x="19" y="0"/>
                  </a:moveTo>
                  <a:lnTo>
                    <a:pt x="1" y="19"/>
                  </a:lnTo>
                  <a:lnTo>
                    <a:pt x="1" y="410"/>
                  </a:lnTo>
                  <a:lnTo>
                    <a:pt x="19" y="42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44"/>
            <p:cNvSpPr/>
            <p:nvPr/>
          </p:nvSpPr>
          <p:spPr>
            <a:xfrm>
              <a:off x="6066550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19" y="1"/>
                  </a:moveTo>
                  <a:lnTo>
                    <a:pt x="0" y="38"/>
                  </a:lnTo>
                  <a:lnTo>
                    <a:pt x="0" y="466"/>
                  </a:lnTo>
                  <a:lnTo>
                    <a:pt x="19" y="4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44"/>
            <p:cNvSpPr/>
            <p:nvPr/>
          </p:nvSpPr>
          <p:spPr>
            <a:xfrm>
              <a:off x="60670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20" y="0"/>
                  </a:moveTo>
                  <a:lnTo>
                    <a:pt x="1" y="19"/>
                  </a:lnTo>
                  <a:lnTo>
                    <a:pt x="1" y="503"/>
                  </a:lnTo>
                  <a:lnTo>
                    <a:pt x="20" y="52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44"/>
            <p:cNvSpPr/>
            <p:nvPr/>
          </p:nvSpPr>
          <p:spPr>
            <a:xfrm>
              <a:off x="6067475" y="2054650"/>
              <a:ext cx="500" cy="13975"/>
            </a:xfrm>
            <a:custGeom>
              <a:avLst/>
              <a:gdLst/>
              <a:ahLst/>
              <a:cxnLst/>
              <a:rect l="l" t="t" r="r" b="b"/>
              <a:pathLst>
                <a:path w="20" h="559" extrusionOk="0">
                  <a:moveTo>
                    <a:pt x="19" y="1"/>
                  </a:moveTo>
                  <a:lnTo>
                    <a:pt x="1" y="19"/>
                  </a:lnTo>
                  <a:lnTo>
                    <a:pt x="1" y="540"/>
                  </a:lnTo>
                  <a:lnTo>
                    <a:pt x="19" y="55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44"/>
            <p:cNvSpPr/>
            <p:nvPr/>
          </p:nvSpPr>
          <p:spPr>
            <a:xfrm>
              <a:off x="6067950" y="2054200"/>
              <a:ext cx="475" cy="15375"/>
            </a:xfrm>
            <a:custGeom>
              <a:avLst/>
              <a:gdLst/>
              <a:ahLst/>
              <a:cxnLst/>
              <a:rect l="l" t="t" r="r" b="b"/>
              <a:pathLst>
                <a:path w="19" h="615" extrusionOk="0">
                  <a:moveTo>
                    <a:pt x="19" y="0"/>
                  </a:moveTo>
                  <a:lnTo>
                    <a:pt x="0" y="19"/>
                  </a:lnTo>
                  <a:lnTo>
                    <a:pt x="0" y="577"/>
                  </a:lnTo>
                  <a:lnTo>
                    <a:pt x="19" y="61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44"/>
            <p:cNvSpPr/>
            <p:nvPr/>
          </p:nvSpPr>
          <p:spPr>
            <a:xfrm>
              <a:off x="606840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38" y="0"/>
                  </a:moveTo>
                  <a:lnTo>
                    <a:pt x="1" y="19"/>
                  </a:lnTo>
                  <a:lnTo>
                    <a:pt x="1" y="633"/>
                  </a:lnTo>
                  <a:lnTo>
                    <a:pt x="38" y="652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44"/>
            <p:cNvSpPr/>
            <p:nvPr/>
          </p:nvSpPr>
          <p:spPr>
            <a:xfrm>
              <a:off x="606932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20" y="1"/>
                  </a:moveTo>
                  <a:lnTo>
                    <a:pt x="1" y="19"/>
                  </a:lnTo>
                  <a:lnTo>
                    <a:pt x="1" y="671"/>
                  </a:lnTo>
                  <a:lnTo>
                    <a:pt x="20" y="689"/>
                  </a:lnTo>
                  <a:lnTo>
                    <a:pt x="2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44"/>
            <p:cNvSpPr/>
            <p:nvPr/>
          </p:nvSpPr>
          <p:spPr>
            <a:xfrm>
              <a:off x="6069800" y="2052325"/>
              <a:ext cx="500" cy="18650"/>
            </a:xfrm>
            <a:custGeom>
              <a:avLst/>
              <a:gdLst/>
              <a:ahLst/>
              <a:cxnLst/>
              <a:rect l="l" t="t" r="r" b="b"/>
              <a:pathLst>
                <a:path w="20" h="746" extrusionOk="0">
                  <a:moveTo>
                    <a:pt x="19" y="1"/>
                  </a:moveTo>
                  <a:lnTo>
                    <a:pt x="1" y="38"/>
                  </a:lnTo>
                  <a:lnTo>
                    <a:pt x="1" y="726"/>
                  </a:lnTo>
                  <a:lnTo>
                    <a:pt x="19" y="74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44"/>
            <p:cNvSpPr/>
            <p:nvPr/>
          </p:nvSpPr>
          <p:spPr>
            <a:xfrm>
              <a:off x="6070275" y="2051875"/>
              <a:ext cx="475" cy="19550"/>
            </a:xfrm>
            <a:custGeom>
              <a:avLst/>
              <a:gdLst/>
              <a:ahLst/>
              <a:cxnLst/>
              <a:rect l="l" t="t" r="r" b="b"/>
              <a:pathLst>
                <a:path w="19" h="782" extrusionOk="0">
                  <a:moveTo>
                    <a:pt x="19" y="0"/>
                  </a:moveTo>
                  <a:lnTo>
                    <a:pt x="0" y="19"/>
                  </a:lnTo>
                  <a:lnTo>
                    <a:pt x="0" y="763"/>
                  </a:lnTo>
                  <a:lnTo>
                    <a:pt x="19" y="78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44"/>
            <p:cNvSpPr/>
            <p:nvPr/>
          </p:nvSpPr>
          <p:spPr>
            <a:xfrm>
              <a:off x="607072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9" y="0"/>
                  </a:moveTo>
                  <a:lnTo>
                    <a:pt x="1" y="19"/>
                  </a:lnTo>
                  <a:lnTo>
                    <a:pt x="1" y="801"/>
                  </a:lnTo>
                  <a:lnTo>
                    <a:pt x="19" y="819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44"/>
            <p:cNvSpPr/>
            <p:nvPr/>
          </p:nvSpPr>
          <p:spPr>
            <a:xfrm>
              <a:off x="6071200" y="2050925"/>
              <a:ext cx="500" cy="21900"/>
            </a:xfrm>
            <a:custGeom>
              <a:avLst/>
              <a:gdLst/>
              <a:ahLst/>
              <a:cxnLst/>
              <a:rect l="l" t="t" r="r" b="b"/>
              <a:pathLst>
                <a:path w="20" h="876" extrusionOk="0">
                  <a:moveTo>
                    <a:pt x="19" y="1"/>
                  </a:moveTo>
                  <a:lnTo>
                    <a:pt x="0" y="19"/>
                  </a:lnTo>
                  <a:lnTo>
                    <a:pt x="0" y="838"/>
                  </a:lnTo>
                  <a:lnTo>
                    <a:pt x="19" y="87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44"/>
            <p:cNvSpPr/>
            <p:nvPr/>
          </p:nvSpPr>
          <p:spPr>
            <a:xfrm>
              <a:off x="6071675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37" y="0"/>
                  </a:moveTo>
                  <a:lnTo>
                    <a:pt x="0" y="19"/>
                  </a:lnTo>
                  <a:lnTo>
                    <a:pt x="0" y="893"/>
                  </a:lnTo>
                  <a:lnTo>
                    <a:pt x="37" y="912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44"/>
            <p:cNvSpPr/>
            <p:nvPr/>
          </p:nvSpPr>
          <p:spPr>
            <a:xfrm>
              <a:off x="6072600" y="2050000"/>
              <a:ext cx="475" cy="23750"/>
            </a:xfrm>
            <a:custGeom>
              <a:avLst/>
              <a:gdLst/>
              <a:ahLst/>
              <a:cxnLst/>
              <a:rect l="l" t="t" r="r" b="b"/>
              <a:pathLst>
                <a:path w="19" h="950" extrusionOk="0">
                  <a:moveTo>
                    <a:pt x="19" y="1"/>
                  </a:moveTo>
                  <a:lnTo>
                    <a:pt x="0" y="19"/>
                  </a:lnTo>
                  <a:lnTo>
                    <a:pt x="0" y="931"/>
                  </a:lnTo>
                  <a:lnTo>
                    <a:pt x="19" y="950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44"/>
            <p:cNvSpPr/>
            <p:nvPr/>
          </p:nvSpPr>
          <p:spPr>
            <a:xfrm>
              <a:off x="60730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9" y="0"/>
                  </a:moveTo>
                  <a:lnTo>
                    <a:pt x="1" y="38"/>
                  </a:lnTo>
                  <a:lnTo>
                    <a:pt x="1" y="987"/>
                  </a:lnTo>
                  <a:lnTo>
                    <a:pt x="19" y="1005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44"/>
            <p:cNvSpPr/>
            <p:nvPr/>
          </p:nvSpPr>
          <p:spPr>
            <a:xfrm>
              <a:off x="6073525" y="2048600"/>
              <a:ext cx="500" cy="26075"/>
            </a:xfrm>
            <a:custGeom>
              <a:avLst/>
              <a:gdLst/>
              <a:ahLst/>
              <a:cxnLst/>
              <a:rect l="l" t="t" r="r" b="b"/>
              <a:pathLst>
                <a:path w="20" h="1043" extrusionOk="0">
                  <a:moveTo>
                    <a:pt x="19" y="1"/>
                  </a:moveTo>
                  <a:lnTo>
                    <a:pt x="0" y="19"/>
                  </a:lnTo>
                  <a:lnTo>
                    <a:pt x="0" y="1024"/>
                  </a:lnTo>
                  <a:lnTo>
                    <a:pt x="19" y="1043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44"/>
            <p:cNvSpPr/>
            <p:nvPr/>
          </p:nvSpPr>
          <p:spPr>
            <a:xfrm>
              <a:off x="6074000" y="2048150"/>
              <a:ext cx="475" cy="27000"/>
            </a:xfrm>
            <a:custGeom>
              <a:avLst/>
              <a:gdLst/>
              <a:ahLst/>
              <a:cxnLst/>
              <a:rect l="l" t="t" r="r" b="b"/>
              <a:pathLst>
                <a:path w="19" h="1080" extrusionOk="0">
                  <a:moveTo>
                    <a:pt x="19" y="0"/>
                  </a:moveTo>
                  <a:lnTo>
                    <a:pt x="0" y="19"/>
                  </a:lnTo>
                  <a:lnTo>
                    <a:pt x="0" y="1061"/>
                  </a:lnTo>
                  <a:lnTo>
                    <a:pt x="19" y="108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44"/>
            <p:cNvSpPr/>
            <p:nvPr/>
          </p:nvSpPr>
          <p:spPr>
            <a:xfrm>
              <a:off x="6074450" y="2047675"/>
              <a:ext cx="500" cy="28400"/>
            </a:xfrm>
            <a:custGeom>
              <a:avLst/>
              <a:gdLst/>
              <a:ahLst/>
              <a:cxnLst/>
              <a:rect l="l" t="t" r="r" b="b"/>
              <a:pathLst>
                <a:path w="20" h="1136" extrusionOk="0">
                  <a:moveTo>
                    <a:pt x="19" y="1"/>
                  </a:moveTo>
                  <a:lnTo>
                    <a:pt x="1" y="19"/>
                  </a:lnTo>
                  <a:lnTo>
                    <a:pt x="1" y="1099"/>
                  </a:lnTo>
                  <a:lnTo>
                    <a:pt x="19" y="1136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44"/>
            <p:cNvSpPr/>
            <p:nvPr/>
          </p:nvSpPr>
          <p:spPr>
            <a:xfrm>
              <a:off x="60749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38" y="1"/>
                  </a:moveTo>
                  <a:lnTo>
                    <a:pt x="0" y="20"/>
                  </a:lnTo>
                  <a:lnTo>
                    <a:pt x="0" y="1155"/>
                  </a:lnTo>
                  <a:lnTo>
                    <a:pt x="38" y="1173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44"/>
            <p:cNvSpPr/>
            <p:nvPr/>
          </p:nvSpPr>
          <p:spPr>
            <a:xfrm>
              <a:off x="6075850" y="2046750"/>
              <a:ext cx="500" cy="30250"/>
            </a:xfrm>
            <a:custGeom>
              <a:avLst/>
              <a:gdLst/>
              <a:ahLst/>
              <a:cxnLst/>
              <a:rect l="l" t="t" r="r" b="b"/>
              <a:pathLst>
                <a:path w="20" h="1210" extrusionOk="0">
                  <a:moveTo>
                    <a:pt x="19" y="0"/>
                  </a:moveTo>
                  <a:lnTo>
                    <a:pt x="1" y="19"/>
                  </a:lnTo>
                  <a:lnTo>
                    <a:pt x="1" y="1191"/>
                  </a:lnTo>
                  <a:lnTo>
                    <a:pt x="19" y="121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44"/>
            <p:cNvSpPr/>
            <p:nvPr/>
          </p:nvSpPr>
          <p:spPr>
            <a:xfrm>
              <a:off x="6076325" y="2045825"/>
              <a:ext cx="475" cy="31650"/>
            </a:xfrm>
            <a:custGeom>
              <a:avLst/>
              <a:gdLst/>
              <a:ahLst/>
              <a:cxnLst/>
              <a:rect l="l" t="t" r="r" b="b"/>
              <a:pathLst>
                <a:path w="19" h="1266" extrusionOk="0">
                  <a:moveTo>
                    <a:pt x="19" y="0"/>
                  </a:moveTo>
                  <a:lnTo>
                    <a:pt x="0" y="37"/>
                  </a:lnTo>
                  <a:lnTo>
                    <a:pt x="0" y="1247"/>
                  </a:lnTo>
                  <a:lnTo>
                    <a:pt x="19" y="1266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44"/>
            <p:cNvSpPr/>
            <p:nvPr/>
          </p:nvSpPr>
          <p:spPr>
            <a:xfrm>
              <a:off x="607677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9" y="0"/>
                  </a:moveTo>
                  <a:lnTo>
                    <a:pt x="1" y="19"/>
                  </a:lnTo>
                  <a:lnTo>
                    <a:pt x="1" y="1285"/>
                  </a:lnTo>
                  <a:lnTo>
                    <a:pt x="19" y="130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44"/>
            <p:cNvSpPr/>
            <p:nvPr/>
          </p:nvSpPr>
          <p:spPr>
            <a:xfrm>
              <a:off x="6077250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19" y="1"/>
                  </a:moveTo>
                  <a:lnTo>
                    <a:pt x="0" y="19"/>
                  </a:lnTo>
                  <a:lnTo>
                    <a:pt x="0" y="1322"/>
                  </a:lnTo>
                  <a:lnTo>
                    <a:pt x="19" y="134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44"/>
            <p:cNvSpPr/>
            <p:nvPr/>
          </p:nvSpPr>
          <p:spPr>
            <a:xfrm>
              <a:off x="60777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20" y="0"/>
                  </a:moveTo>
                  <a:lnTo>
                    <a:pt x="1" y="19"/>
                  </a:lnTo>
                  <a:lnTo>
                    <a:pt x="1" y="1359"/>
                  </a:lnTo>
                  <a:lnTo>
                    <a:pt x="20" y="1396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44"/>
            <p:cNvSpPr/>
            <p:nvPr/>
          </p:nvSpPr>
          <p:spPr>
            <a:xfrm>
              <a:off x="60781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38" y="1"/>
                  </a:moveTo>
                  <a:lnTo>
                    <a:pt x="1" y="19"/>
                  </a:lnTo>
                  <a:lnTo>
                    <a:pt x="1" y="1415"/>
                  </a:lnTo>
                  <a:lnTo>
                    <a:pt x="38" y="1434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44"/>
            <p:cNvSpPr/>
            <p:nvPr/>
          </p:nvSpPr>
          <p:spPr>
            <a:xfrm>
              <a:off x="60791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9" y="0"/>
                  </a:moveTo>
                  <a:lnTo>
                    <a:pt x="1" y="19"/>
                  </a:lnTo>
                  <a:lnTo>
                    <a:pt x="1" y="1452"/>
                  </a:lnTo>
                  <a:lnTo>
                    <a:pt x="19" y="147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44"/>
            <p:cNvSpPr/>
            <p:nvPr/>
          </p:nvSpPr>
          <p:spPr>
            <a:xfrm>
              <a:off x="6079575" y="2042550"/>
              <a:ext cx="500" cy="38175"/>
            </a:xfrm>
            <a:custGeom>
              <a:avLst/>
              <a:gdLst/>
              <a:ahLst/>
              <a:cxnLst/>
              <a:rect l="l" t="t" r="r" b="b"/>
              <a:pathLst>
                <a:path w="20" h="1527" extrusionOk="0">
                  <a:moveTo>
                    <a:pt x="19" y="1"/>
                  </a:moveTo>
                  <a:lnTo>
                    <a:pt x="0" y="38"/>
                  </a:lnTo>
                  <a:lnTo>
                    <a:pt x="0" y="1508"/>
                  </a:lnTo>
                  <a:lnTo>
                    <a:pt x="19" y="152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44"/>
            <p:cNvSpPr/>
            <p:nvPr/>
          </p:nvSpPr>
          <p:spPr>
            <a:xfrm>
              <a:off x="6080050" y="2042100"/>
              <a:ext cx="475" cy="39100"/>
            </a:xfrm>
            <a:custGeom>
              <a:avLst/>
              <a:gdLst/>
              <a:ahLst/>
              <a:cxnLst/>
              <a:rect l="l" t="t" r="r" b="b"/>
              <a:pathLst>
                <a:path w="19" h="1564" extrusionOk="0">
                  <a:moveTo>
                    <a:pt x="19" y="0"/>
                  </a:moveTo>
                  <a:lnTo>
                    <a:pt x="0" y="19"/>
                  </a:lnTo>
                  <a:lnTo>
                    <a:pt x="0" y="1545"/>
                  </a:lnTo>
                  <a:lnTo>
                    <a:pt x="19" y="156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44"/>
            <p:cNvSpPr/>
            <p:nvPr/>
          </p:nvSpPr>
          <p:spPr>
            <a:xfrm>
              <a:off x="6080500" y="2041625"/>
              <a:ext cx="500" cy="40050"/>
            </a:xfrm>
            <a:custGeom>
              <a:avLst/>
              <a:gdLst/>
              <a:ahLst/>
              <a:cxnLst/>
              <a:rect l="l" t="t" r="r" b="b"/>
              <a:pathLst>
                <a:path w="20" h="1602" extrusionOk="0">
                  <a:moveTo>
                    <a:pt x="19" y="1"/>
                  </a:moveTo>
                  <a:lnTo>
                    <a:pt x="1" y="19"/>
                  </a:lnTo>
                  <a:lnTo>
                    <a:pt x="1" y="1582"/>
                  </a:lnTo>
                  <a:lnTo>
                    <a:pt x="19" y="160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44"/>
            <p:cNvSpPr/>
            <p:nvPr/>
          </p:nvSpPr>
          <p:spPr>
            <a:xfrm>
              <a:off x="6080975" y="2041150"/>
              <a:ext cx="475" cy="41450"/>
            </a:xfrm>
            <a:custGeom>
              <a:avLst/>
              <a:gdLst/>
              <a:ahLst/>
              <a:cxnLst/>
              <a:rect l="l" t="t" r="r" b="b"/>
              <a:pathLst>
                <a:path w="19" h="1658" extrusionOk="0">
                  <a:moveTo>
                    <a:pt x="19" y="1"/>
                  </a:moveTo>
                  <a:lnTo>
                    <a:pt x="0" y="20"/>
                  </a:lnTo>
                  <a:lnTo>
                    <a:pt x="0" y="1620"/>
                  </a:lnTo>
                  <a:lnTo>
                    <a:pt x="19" y="165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44"/>
            <p:cNvSpPr/>
            <p:nvPr/>
          </p:nvSpPr>
          <p:spPr>
            <a:xfrm>
              <a:off x="6081425" y="2040700"/>
              <a:ext cx="975" cy="42350"/>
            </a:xfrm>
            <a:custGeom>
              <a:avLst/>
              <a:gdLst/>
              <a:ahLst/>
              <a:cxnLst/>
              <a:rect l="l" t="t" r="r" b="b"/>
              <a:pathLst>
                <a:path w="39" h="1694" extrusionOk="0">
                  <a:moveTo>
                    <a:pt x="38" y="0"/>
                  </a:moveTo>
                  <a:lnTo>
                    <a:pt x="1" y="19"/>
                  </a:lnTo>
                  <a:lnTo>
                    <a:pt x="1" y="1675"/>
                  </a:lnTo>
                  <a:lnTo>
                    <a:pt x="38" y="1694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44"/>
            <p:cNvSpPr/>
            <p:nvPr/>
          </p:nvSpPr>
          <p:spPr>
            <a:xfrm>
              <a:off x="6082375" y="2040225"/>
              <a:ext cx="475" cy="43300"/>
            </a:xfrm>
            <a:custGeom>
              <a:avLst/>
              <a:gdLst/>
              <a:ahLst/>
              <a:cxnLst/>
              <a:rect l="l" t="t" r="r" b="b"/>
              <a:pathLst>
                <a:path w="19" h="1732" extrusionOk="0">
                  <a:moveTo>
                    <a:pt x="19" y="1"/>
                  </a:moveTo>
                  <a:lnTo>
                    <a:pt x="0" y="19"/>
                  </a:lnTo>
                  <a:lnTo>
                    <a:pt x="0" y="1713"/>
                  </a:lnTo>
                  <a:lnTo>
                    <a:pt x="19" y="1732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44"/>
            <p:cNvSpPr/>
            <p:nvPr/>
          </p:nvSpPr>
          <p:spPr>
            <a:xfrm>
              <a:off x="6082825" y="2039300"/>
              <a:ext cx="500" cy="44700"/>
            </a:xfrm>
            <a:custGeom>
              <a:avLst/>
              <a:gdLst/>
              <a:ahLst/>
              <a:cxnLst/>
              <a:rect l="l" t="t" r="r" b="b"/>
              <a:pathLst>
                <a:path w="20" h="1788" extrusionOk="0">
                  <a:moveTo>
                    <a:pt x="19" y="1"/>
                  </a:moveTo>
                  <a:lnTo>
                    <a:pt x="1" y="38"/>
                  </a:lnTo>
                  <a:lnTo>
                    <a:pt x="1" y="1769"/>
                  </a:lnTo>
                  <a:lnTo>
                    <a:pt x="19" y="178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44"/>
            <p:cNvSpPr/>
            <p:nvPr/>
          </p:nvSpPr>
          <p:spPr>
            <a:xfrm>
              <a:off x="6083300" y="2038825"/>
              <a:ext cx="475" cy="45625"/>
            </a:xfrm>
            <a:custGeom>
              <a:avLst/>
              <a:gdLst/>
              <a:ahLst/>
              <a:cxnLst/>
              <a:rect l="l" t="t" r="r" b="b"/>
              <a:pathLst>
                <a:path w="19" h="1825" extrusionOk="0">
                  <a:moveTo>
                    <a:pt x="19" y="1"/>
                  </a:moveTo>
                  <a:lnTo>
                    <a:pt x="0" y="20"/>
                  </a:lnTo>
                  <a:lnTo>
                    <a:pt x="0" y="1806"/>
                  </a:lnTo>
                  <a:lnTo>
                    <a:pt x="19" y="182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44"/>
            <p:cNvSpPr/>
            <p:nvPr/>
          </p:nvSpPr>
          <p:spPr>
            <a:xfrm>
              <a:off x="60837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20" y="0"/>
                  </a:moveTo>
                  <a:lnTo>
                    <a:pt x="1" y="19"/>
                  </a:lnTo>
                  <a:lnTo>
                    <a:pt x="1" y="1843"/>
                  </a:lnTo>
                  <a:lnTo>
                    <a:pt x="20" y="186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44"/>
            <p:cNvSpPr/>
            <p:nvPr/>
          </p:nvSpPr>
          <p:spPr>
            <a:xfrm>
              <a:off x="6084225" y="2037900"/>
              <a:ext cx="500" cy="47950"/>
            </a:xfrm>
            <a:custGeom>
              <a:avLst/>
              <a:gdLst/>
              <a:ahLst/>
              <a:cxnLst/>
              <a:rect l="l" t="t" r="r" b="b"/>
              <a:pathLst>
                <a:path w="20" h="1918" extrusionOk="0">
                  <a:moveTo>
                    <a:pt x="19" y="1"/>
                  </a:moveTo>
                  <a:lnTo>
                    <a:pt x="1" y="19"/>
                  </a:lnTo>
                  <a:lnTo>
                    <a:pt x="1" y="1880"/>
                  </a:lnTo>
                  <a:lnTo>
                    <a:pt x="19" y="1918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44"/>
            <p:cNvSpPr/>
            <p:nvPr/>
          </p:nvSpPr>
          <p:spPr>
            <a:xfrm>
              <a:off x="6084700" y="2037450"/>
              <a:ext cx="950" cy="48875"/>
            </a:xfrm>
            <a:custGeom>
              <a:avLst/>
              <a:gdLst/>
              <a:ahLst/>
              <a:cxnLst/>
              <a:rect l="l" t="t" r="r" b="b"/>
              <a:pathLst>
                <a:path w="38" h="1955" extrusionOk="0">
                  <a:moveTo>
                    <a:pt x="37" y="0"/>
                  </a:moveTo>
                  <a:lnTo>
                    <a:pt x="0" y="19"/>
                  </a:lnTo>
                  <a:lnTo>
                    <a:pt x="0" y="1936"/>
                  </a:lnTo>
                  <a:lnTo>
                    <a:pt x="37" y="1954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44"/>
            <p:cNvSpPr/>
            <p:nvPr/>
          </p:nvSpPr>
          <p:spPr>
            <a:xfrm>
              <a:off x="6085625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19" y="0"/>
                  </a:moveTo>
                  <a:lnTo>
                    <a:pt x="0" y="19"/>
                  </a:lnTo>
                  <a:lnTo>
                    <a:pt x="0" y="1973"/>
                  </a:lnTo>
                  <a:lnTo>
                    <a:pt x="19" y="199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44"/>
            <p:cNvSpPr/>
            <p:nvPr/>
          </p:nvSpPr>
          <p:spPr>
            <a:xfrm>
              <a:off x="608607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20" y="0"/>
                  </a:moveTo>
                  <a:lnTo>
                    <a:pt x="1" y="37"/>
                  </a:lnTo>
                  <a:lnTo>
                    <a:pt x="1" y="2029"/>
                  </a:lnTo>
                  <a:lnTo>
                    <a:pt x="20" y="204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44"/>
            <p:cNvSpPr/>
            <p:nvPr/>
          </p:nvSpPr>
          <p:spPr>
            <a:xfrm>
              <a:off x="6086550" y="2035575"/>
              <a:ext cx="500" cy="52150"/>
            </a:xfrm>
            <a:custGeom>
              <a:avLst/>
              <a:gdLst/>
              <a:ahLst/>
              <a:cxnLst/>
              <a:rect l="l" t="t" r="r" b="b"/>
              <a:pathLst>
                <a:path w="20" h="2086" extrusionOk="0">
                  <a:moveTo>
                    <a:pt x="19" y="1"/>
                  </a:moveTo>
                  <a:lnTo>
                    <a:pt x="1" y="19"/>
                  </a:lnTo>
                  <a:lnTo>
                    <a:pt x="1" y="2066"/>
                  </a:lnTo>
                  <a:lnTo>
                    <a:pt x="19" y="20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44"/>
            <p:cNvSpPr/>
            <p:nvPr/>
          </p:nvSpPr>
          <p:spPr>
            <a:xfrm>
              <a:off x="6087025" y="2035125"/>
              <a:ext cx="475" cy="53050"/>
            </a:xfrm>
            <a:custGeom>
              <a:avLst/>
              <a:gdLst/>
              <a:ahLst/>
              <a:cxnLst/>
              <a:rect l="l" t="t" r="r" b="b"/>
              <a:pathLst>
                <a:path w="19" h="2122" extrusionOk="0">
                  <a:moveTo>
                    <a:pt x="19" y="0"/>
                  </a:moveTo>
                  <a:lnTo>
                    <a:pt x="0" y="19"/>
                  </a:lnTo>
                  <a:lnTo>
                    <a:pt x="0" y="2103"/>
                  </a:lnTo>
                  <a:lnTo>
                    <a:pt x="19" y="212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44"/>
            <p:cNvSpPr/>
            <p:nvPr/>
          </p:nvSpPr>
          <p:spPr>
            <a:xfrm>
              <a:off x="608747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9" y="0"/>
                  </a:moveTo>
                  <a:lnTo>
                    <a:pt x="1" y="19"/>
                  </a:lnTo>
                  <a:lnTo>
                    <a:pt x="1" y="2141"/>
                  </a:lnTo>
                  <a:lnTo>
                    <a:pt x="19" y="217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44"/>
            <p:cNvSpPr/>
            <p:nvPr/>
          </p:nvSpPr>
          <p:spPr>
            <a:xfrm>
              <a:off x="608795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38" y="1"/>
                  </a:moveTo>
                  <a:lnTo>
                    <a:pt x="0" y="19"/>
                  </a:lnTo>
                  <a:lnTo>
                    <a:pt x="0" y="2197"/>
                  </a:lnTo>
                  <a:lnTo>
                    <a:pt x="38" y="2215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44"/>
            <p:cNvSpPr/>
            <p:nvPr/>
          </p:nvSpPr>
          <p:spPr>
            <a:xfrm>
              <a:off x="6088875" y="2033725"/>
              <a:ext cx="500" cy="56325"/>
            </a:xfrm>
            <a:custGeom>
              <a:avLst/>
              <a:gdLst/>
              <a:ahLst/>
              <a:cxnLst/>
              <a:rect l="l" t="t" r="r" b="b"/>
              <a:pathLst>
                <a:path w="20" h="2253" extrusionOk="0">
                  <a:moveTo>
                    <a:pt x="19" y="0"/>
                  </a:moveTo>
                  <a:lnTo>
                    <a:pt x="1" y="19"/>
                  </a:lnTo>
                  <a:lnTo>
                    <a:pt x="1" y="2233"/>
                  </a:lnTo>
                  <a:lnTo>
                    <a:pt x="19" y="225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44"/>
            <p:cNvSpPr/>
            <p:nvPr/>
          </p:nvSpPr>
          <p:spPr>
            <a:xfrm>
              <a:off x="6089350" y="2032775"/>
              <a:ext cx="475" cy="57725"/>
            </a:xfrm>
            <a:custGeom>
              <a:avLst/>
              <a:gdLst/>
              <a:ahLst/>
              <a:cxnLst/>
              <a:rect l="l" t="t" r="r" b="b"/>
              <a:pathLst>
                <a:path w="19" h="2309" extrusionOk="0">
                  <a:moveTo>
                    <a:pt x="19" y="1"/>
                  </a:moveTo>
                  <a:lnTo>
                    <a:pt x="0" y="38"/>
                  </a:lnTo>
                  <a:lnTo>
                    <a:pt x="0" y="2290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44"/>
            <p:cNvSpPr/>
            <p:nvPr/>
          </p:nvSpPr>
          <p:spPr>
            <a:xfrm>
              <a:off x="6089800" y="2032775"/>
              <a:ext cx="500" cy="58200"/>
            </a:xfrm>
            <a:custGeom>
              <a:avLst/>
              <a:gdLst/>
              <a:ahLst/>
              <a:cxnLst/>
              <a:rect l="l" t="t" r="r" b="b"/>
              <a:pathLst>
                <a:path w="20" h="2328" extrusionOk="0">
                  <a:moveTo>
                    <a:pt x="1" y="1"/>
                  </a:moveTo>
                  <a:lnTo>
                    <a:pt x="1" y="2309"/>
                  </a:lnTo>
                  <a:lnTo>
                    <a:pt x="19" y="2327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44"/>
            <p:cNvSpPr/>
            <p:nvPr/>
          </p:nvSpPr>
          <p:spPr>
            <a:xfrm>
              <a:off x="6090275" y="2032775"/>
              <a:ext cx="500" cy="57725"/>
            </a:xfrm>
            <a:custGeom>
              <a:avLst/>
              <a:gdLst/>
              <a:ahLst/>
              <a:cxnLst/>
              <a:rect l="l" t="t" r="r" b="b"/>
              <a:pathLst>
                <a:path w="20" h="2309" extrusionOk="0">
                  <a:moveTo>
                    <a:pt x="0" y="1"/>
                  </a:moveTo>
                  <a:lnTo>
                    <a:pt x="0" y="2309"/>
                  </a:lnTo>
                  <a:lnTo>
                    <a:pt x="19" y="229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44"/>
            <p:cNvSpPr/>
            <p:nvPr/>
          </p:nvSpPr>
          <p:spPr>
            <a:xfrm>
              <a:off x="6090750" y="2033250"/>
              <a:ext cx="475" cy="56800"/>
            </a:xfrm>
            <a:custGeom>
              <a:avLst/>
              <a:gdLst/>
              <a:ahLst/>
              <a:cxnLst/>
              <a:rect l="l" t="t" r="r" b="b"/>
              <a:pathLst>
                <a:path w="19" h="2272" extrusionOk="0">
                  <a:moveTo>
                    <a:pt x="0" y="1"/>
                  </a:moveTo>
                  <a:lnTo>
                    <a:pt x="0" y="2271"/>
                  </a:lnTo>
                  <a:lnTo>
                    <a:pt x="19" y="2252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44"/>
            <p:cNvSpPr/>
            <p:nvPr/>
          </p:nvSpPr>
          <p:spPr>
            <a:xfrm>
              <a:off x="609120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1" y="1"/>
                  </a:moveTo>
                  <a:lnTo>
                    <a:pt x="1" y="2215"/>
                  </a:lnTo>
                  <a:lnTo>
                    <a:pt x="38" y="2197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44"/>
            <p:cNvSpPr/>
            <p:nvPr/>
          </p:nvSpPr>
          <p:spPr>
            <a:xfrm>
              <a:off x="609212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" y="0"/>
                  </a:moveTo>
                  <a:lnTo>
                    <a:pt x="1" y="2178"/>
                  </a:lnTo>
                  <a:lnTo>
                    <a:pt x="20" y="214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44"/>
            <p:cNvSpPr/>
            <p:nvPr/>
          </p:nvSpPr>
          <p:spPr>
            <a:xfrm>
              <a:off x="6092600" y="2035125"/>
              <a:ext cx="500" cy="53050"/>
            </a:xfrm>
            <a:custGeom>
              <a:avLst/>
              <a:gdLst/>
              <a:ahLst/>
              <a:cxnLst/>
              <a:rect l="l" t="t" r="r" b="b"/>
              <a:pathLst>
                <a:path w="20" h="2122" extrusionOk="0">
                  <a:moveTo>
                    <a:pt x="1" y="0"/>
                  </a:moveTo>
                  <a:lnTo>
                    <a:pt x="1" y="2122"/>
                  </a:lnTo>
                  <a:lnTo>
                    <a:pt x="19" y="21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44"/>
            <p:cNvSpPr/>
            <p:nvPr/>
          </p:nvSpPr>
          <p:spPr>
            <a:xfrm>
              <a:off x="6093075" y="2035575"/>
              <a:ext cx="475" cy="52150"/>
            </a:xfrm>
            <a:custGeom>
              <a:avLst/>
              <a:gdLst/>
              <a:ahLst/>
              <a:cxnLst/>
              <a:rect l="l" t="t" r="r" b="b"/>
              <a:pathLst>
                <a:path w="19" h="2086" extrusionOk="0">
                  <a:moveTo>
                    <a:pt x="0" y="1"/>
                  </a:moveTo>
                  <a:lnTo>
                    <a:pt x="0" y="2085"/>
                  </a:lnTo>
                  <a:lnTo>
                    <a:pt x="19" y="206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44"/>
            <p:cNvSpPr/>
            <p:nvPr/>
          </p:nvSpPr>
          <p:spPr>
            <a:xfrm>
              <a:off x="609352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1" y="0"/>
                  </a:moveTo>
                  <a:lnTo>
                    <a:pt x="1" y="2047"/>
                  </a:lnTo>
                  <a:lnTo>
                    <a:pt x="19" y="2029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44"/>
            <p:cNvSpPr/>
            <p:nvPr/>
          </p:nvSpPr>
          <p:spPr>
            <a:xfrm>
              <a:off x="6094000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0" y="0"/>
                  </a:moveTo>
                  <a:lnTo>
                    <a:pt x="0" y="1992"/>
                  </a:lnTo>
                  <a:lnTo>
                    <a:pt x="19" y="1973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44"/>
            <p:cNvSpPr/>
            <p:nvPr/>
          </p:nvSpPr>
          <p:spPr>
            <a:xfrm>
              <a:off x="6094450" y="2037450"/>
              <a:ext cx="975" cy="48875"/>
            </a:xfrm>
            <a:custGeom>
              <a:avLst/>
              <a:gdLst/>
              <a:ahLst/>
              <a:cxnLst/>
              <a:rect l="l" t="t" r="r" b="b"/>
              <a:pathLst>
                <a:path w="39" h="1955" extrusionOk="0">
                  <a:moveTo>
                    <a:pt x="1" y="0"/>
                  </a:moveTo>
                  <a:lnTo>
                    <a:pt x="1" y="1954"/>
                  </a:lnTo>
                  <a:lnTo>
                    <a:pt x="38" y="1936"/>
                  </a:lnTo>
                  <a:lnTo>
                    <a:pt x="38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44"/>
            <p:cNvSpPr/>
            <p:nvPr/>
          </p:nvSpPr>
          <p:spPr>
            <a:xfrm>
              <a:off x="6095400" y="2037900"/>
              <a:ext cx="475" cy="47950"/>
            </a:xfrm>
            <a:custGeom>
              <a:avLst/>
              <a:gdLst/>
              <a:ahLst/>
              <a:cxnLst/>
              <a:rect l="l" t="t" r="r" b="b"/>
              <a:pathLst>
                <a:path w="19" h="1918" extrusionOk="0">
                  <a:moveTo>
                    <a:pt x="0" y="1"/>
                  </a:moveTo>
                  <a:lnTo>
                    <a:pt x="0" y="1918"/>
                  </a:lnTo>
                  <a:lnTo>
                    <a:pt x="19" y="188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44"/>
            <p:cNvSpPr/>
            <p:nvPr/>
          </p:nvSpPr>
          <p:spPr>
            <a:xfrm>
              <a:off x="60958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1" y="0"/>
                  </a:moveTo>
                  <a:lnTo>
                    <a:pt x="1" y="1861"/>
                  </a:lnTo>
                  <a:lnTo>
                    <a:pt x="19" y="184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44"/>
            <p:cNvSpPr/>
            <p:nvPr/>
          </p:nvSpPr>
          <p:spPr>
            <a:xfrm>
              <a:off x="6096325" y="2038825"/>
              <a:ext cx="500" cy="45625"/>
            </a:xfrm>
            <a:custGeom>
              <a:avLst/>
              <a:gdLst/>
              <a:ahLst/>
              <a:cxnLst/>
              <a:rect l="l" t="t" r="r" b="b"/>
              <a:pathLst>
                <a:path w="20" h="1825" extrusionOk="0">
                  <a:moveTo>
                    <a:pt x="0" y="1"/>
                  </a:moveTo>
                  <a:lnTo>
                    <a:pt x="0" y="1825"/>
                  </a:lnTo>
                  <a:lnTo>
                    <a:pt x="19" y="1806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44"/>
            <p:cNvSpPr/>
            <p:nvPr/>
          </p:nvSpPr>
          <p:spPr>
            <a:xfrm>
              <a:off x="6096800" y="2039300"/>
              <a:ext cx="475" cy="44700"/>
            </a:xfrm>
            <a:custGeom>
              <a:avLst/>
              <a:gdLst/>
              <a:ahLst/>
              <a:cxnLst/>
              <a:rect l="l" t="t" r="r" b="b"/>
              <a:pathLst>
                <a:path w="19" h="1788" extrusionOk="0">
                  <a:moveTo>
                    <a:pt x="0" y="1"/>
                  </a:moveTo>
                  <a:lnTo>
                    <a:pt x="0" y="1787"/>
                  </a:lnTo>
                  <a:lnTo>
                    <a:pt x="19" y="1769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44"/>
            <p:cNvSpPr/>
            <p:nvPr/>
          </p:nvSpPr>
          <p:spPr>
            <a:xfrm>
              <a:off x="6097250" y="2040225"/>
              <a:ext cx="500" cy="43300"/>
            </a:xfrm>
            <a:custGeom>
              <a:avLst/>
              <a:gdLst/>
              <a:ahLst/>
              <a:cxnLst/>
              <a:rect l="l" t="t" r="r" b="b"/>
              <a:pathLst>
                <a:path w="20" h="1732" extrusionOk="0">
                  <a:moveTo>
                    <a:pt x="1" y="1"/>
                  </a:moveTo>
                  <a:lnTo>
                    <a:pt x="1" y="1732"/>
                  </a:lnTo>
                  <a:lnTo>
                    <a:pt x="19" y="1713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44"/>
            <p:cNvSpPr/>
            <p:nvPr/>
          </p:nvSpPr>
          <p:spPr>
            <a:xfrm>
              <a:off x="6097725" y="2040700"/>
              <a:ext cx="950" cy="42350"/>
            </a:xfrm>
            <a:custGeom>
              <a:avLst/>
              <a:gdLst/>
              <a:ahLst/>
              <a:cxnLst/>
              <a:rect l="l" t="t" r="r" b="b"/>
              <a:pathLst>
                <a:path w="3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37" y="1675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44"/>
            <p:cNvSpPr/>
            <p:nvPr/>
          </p:nvSpPr>
          <p:spPr>
            <a:xfrm>
              <a:off x="6098650" y="2041150"/>
              <a:ext cx="500" cy="41450"/>
            </a:xfrm>
            <a:custGeom>
              <a:avLst/>
              <a:gdLst/>
              <a:ahLst/>
              <a:cxnLst/>
              <a:rect l="l" t="t" r="r" b="b"/>
              <a:pathLst>
                <a:path w="20" h="1658" extrusionOk="0">
                  <a:moveTo>
                    <a:pt x="0" y="1"/>
                  </a:moveTo>
                  <a:lnTo>
                    <a:pt x="0" y="1657"/>
                  </a:lnTo>
                  <a:lnTo>
                    <a:pt x="19" y="162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44"/>
            <p:cNvSpPr/>
            <p:nvPr/>
          </p:nvSpPr>
          <p:spPr>
            <a:xfrm>
              <a:off x="6099125" y="2041625"/>
              <a:ext cx="475" cy="40050"/>
            </a:xfrm>
            <a:custGeom>
              <a:avLst/>
              <a:gdLst/>
              <a:ahLst/>
              <a:cxnLst/>
              <a:rect l="l" t="t" r="r" b="b"/>
              <a:pathLst>
                <a:path w="19" h="1602" extrusionOk="0">
                  <a:moveTo>
                    <a:pt x="0" y="1"/>
                  </a:moveTo>
                  <a:lnTo>
                    <a:pt x="0" y="1601"/>
                  </a:lnTo>
                  <a:lnTo>
                    <a:pt x="19" y="158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44"/>
            <p:cNvSpPr/>
            <p:nvPr/>
          </p:nvSpPr>
          <p:spPr>
            <a:xfrm>
              <a:off x="6099575" y="2042100"/>
              <a:ext cx="500" cy="39100"/>
            </a:xfrm>
            <a:custGeom>
              <a:avLst/>
              <a:gdLst/>
              <a:ahLst/>
              <a:cxnLst/>
              <a:rect l="l" t="t" r="r" b="b"/>
              <a:pathLst>
                <a:path w="20" h="1564" extrusionOk="0">
                  <a:moveTo>
                    <a:pt x="1" y="0"/>
                  </a:moveTo>
                  <a:lnTo>
                    <a:pt x="1" y="1563"/>
                  </a:lnTo>
                  <a:lnTo>
                    <a:pt x="19" y="1545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44"/>
            <p:cNvSpPr/>
            <p:nvPr/>
          </p:nvSpPr>
          <p:spPr>
            <a:xfrm>
              <a:off x="6100050" y="2042550"/>
              <a:ext cx="475" cy="38175"/>
            </a:xfrm>
            <a:custGeom>
              <a:avLst/>
              <a:gdLst/>
              <a:ahLst/>
              <a:cxnLst/>
              <a:rect l="l" t="t" r="r" b="b"/>
              <a:pathLst>
                <a:path w="19" h="1527" extrusionOk="0">
                  <a:moveTo>
                    <a:pt x="0" y="1"/>
                  </a:moveTo>
                  <a:lnTo>
                    <a:pt x="0" y="1527"/>
                  </a:lnTo>
                  <a:lnTo>
                    <a:pt x="19" y="1508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44"/>
            <p:cNvSpPr/>
            <p:nvPr/>
          </p:nvSpPr>
          <p:spPr>
            <a:xfrm>
              <a:off x="61005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" y="0"/>
                  </a:moveTo>
                  <a:lnTo>
                    <a:pt x="1" y="1470"/>
                  </a:lnTo>
                  <a:lnTo>
                    <a:pt x="20" y="1452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44"/>
            <p:cNvSpPr/>
            <p:nvPr/>
          </p:nvSpPr>
          <p:spPr>
            <a:xfrm>
              <a:off x="61009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1" y="1"/>
                  </a:moveTo>
                  <a:lnTo>
                    <a:pt x="1" y="1434"/>
                  </a:lnTo>
                  <a:lnTo>
                    <a:pt x="38" y="1415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44"/>
            <p:cNvSpPr/>
            <p:nvPr/>
          </p:nvSpPr>
          <p:spPr>
            <a:xfrm>
              <a:off x="61019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1" y="0"/>
                  </a:moveTo>
                  <a:lnTo>
                    <a:pt x="1" y="1396"/>
                  </a:lnTo>
                  <a:lnTo>
                    <a:pt x="19" y="1359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4"/>
            <p:cNvSpPr/>
            <p:nvPr/>
          </p:nvSpPr>
          <p:spPr>
            <a:xfrm>
              <a:off x="6102375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0" y="1"/>
                  </a:moveTo>
                  <a:lnTo>
                    <a:pt x="0" y="1341"/>
                  </a:lnTo>
                  <a:lnTo>
                    <a:pt x="19" y="132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4"/>
            <p:cNvSpPr/>
            <p:nvPr/>
          </p:nvSpPr>
          <p:spPr>
            <a:xfrm>
              <a:off x="610282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" y="0"/>
                  </a:moveTo>
                  <a:lnTo>
                    <a:pt x="1" y="1303"/>
                  </a:lnTo>
                  <a:lnTo>
                    <a:pt x="20" y="1285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4"/>
            <p:cNvSpPr/>
            <p:nvPr/>
          </p:nvSpPr>
          <p:spPr>
            <a:xfrm>
              <a:off x="6103300" y="2045825"/>
              <a:ext cx="500" cy="31650"/>
            </a:xfrm>
            <a:custGeom>
              <a:avLst/>
              <a:gdLst/>
              <a:ahLst/>
              <a:cxnLst/>
              <a:rect l="l" t="t" r="r" b="b"/>
              <a:pathLst>
                <a:path w="20" h="1266" extrusionOk="0">
                  <a:moveTo>
                    <a:pt x="1" y="0"/>
                  </a:moveTo>
                  <a:lnTo>
                    <a:pt x="1" y="1266"/>
                  </a:lnTo>
                  <a:lnTo>
                    <a:pt x="19" y="1247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44"/>
            <p:cNvSpPr/>
            <p:nvPr/>
          </p:nvSpPr>
          <p:spPr>
            <a:xfrm>
              <a:off x="6103775" y="2046750"/>
              <a:ext cx="475" cy="30250"/>
            </a:xfrm>
            <a:custGeom>
              <a:avLst/>
              <a:gdLst/>
              <a:ahLst/>
              <a:cxnLst/>
              <a:rect l="l" t="t" r="r" b="b"/>
              <a:pathLst>
                <a:path w="19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9" y="1191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44"/>
            <p:cNvSpPr/>
            <p:nvPr/>
          </p:nvSpPr>
          <p:spPr>
            <a:xfrm>
              <a:off x="61042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1" y="1"/>
                  </a:moveTo>
                  <a:lnTo>
                    <a:pt x="1" y="1173"/>
                  </a:lnTo>
                  <a:lnTo>
                    <a:pt x="38" y="1155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44"/>
            <p:cNvSpPr/>
            <p:nvPr/>
          </p:nvSpPr>
          <p:spPr>
            <a:xfrm>
              <a:off x="6105175" y="2047675"/>
              <a:ext cx="475" cy="28400"/>
            </a:xfrm>
            <a:custGeom>
              <a:avLst/>
              <a:gdLst/>
              <a:ahLst/>
              <a:cxnLst/>
              <a:rect l="l" t="t" r="r" b="b"/>
              <a:pathLst>
                <a:path w="19" h="1136" extrusionOk="0">
                  <a:moveTo>
                    <a:pt x="0" y="1"/>
                  </a:moveTo>
                  <a:lnTo>
                    <a:pt x="0" y="1136"/>
                  </a:lnTo>
                  <a:lnTo>
                    <a:pt x="19" y="1099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44"/>
            <p:cNvSpPr/>
            <p:nvPr/>
          </p:nvSpPr>
          <p:spPr>
            <a:xfrm>
              <a:off x="6105625" y="2048150"/>
              <a:ext cx="500" cy="27000"/>
            </a:xfrm>
            <a:custGeom>
              <a:avLst/>
              <a:gdLst/>
              <a:ahLst/>
              <a:cxnLst/>
              <a:rect l="l" t="t" r="r" b="b"/>
              <a:pathLst>
                <a:path w="20" h="1080" extrusionOk="0">
                  <a:moveTo>
                    <a:pt x="1" y="0"/>
                  </a:moveTo>
                  <a:lnTo>
                    <a:pt x="1" y="1080"/>
                  </a:lnTo>
                  <a:lnTo>
                    <a:pt x="19" y="1061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44"/>
            <p:cNvSpPr/>
            <p:nvPr/>
          </p:nvSpPr>
          <p:spPr>
            <a:xfrm>
              <a:off x="6106100" y="2048600"/>
              <a:ext cx="475" cy="26075"/>
            </a:xfrm>
            <a:custGeom>
              <a:avLst/>
              <a:gdLst/>
              <a:ahLst/>
              <a:cxnLst/>
              <a:rect l="l" t="t" r="r" b="b"/>
              <a:pathLst>
                <a:path w="19" h="1043" extrusionOk="0">
                  <a:moveTo>
                    <a:pt x="0" y="1"/>
                  </a:moveTo>
                  <a:lnTo>
                    <a:pt x="0" y="1043"/>
                  </a:lnTo>
                  <a:lnTo>
                    <a:pt x="19" y="1024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44"/>
            <p:cNvSpPr/>
            <p:nvPr/>
          </p:nvSpPr>
          <p:spPr>
            <a:xfrm>
              <a:off x="61065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" y="0"/>
                  </a:moveTo>
                  <a:lnTo>
                    <a:pt x="1" y="1005"/>
                  </a:lnTo>
                  <a:lnTo>
                    <a:pt x="19" y="987"/>
                  </a:lnTo>
                  <a:lnTo>
                    <a:pt x="19" y="38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44"/>
            <p:cNvSpPr/>
            <p:nvPr/>
          </p:nvSpPr>
          <p:spPr>
            <a:xfrm>
              <a:off x="6107025" y="2050000"/>
              <a:ext cx="500" cy="23750"/>
            </a:xfrm>
            <a:custGeom>
              <a:avLst/>
              <a:gdLst/>
              <a:ahLst/>
              <a:cxnLst/>
              <a:rect l="l" t="t" r="r" b="b"/>
              <a:pathLst>
                <a:path w="20" h="950" extrusionOk="0">
                  <a:moveTo>
                    <a:pt x="0" y="1"/>
                  </a:moveTo>
                  <a:lnTo>
                    <a:pt x="0" y="950"/>
                  </a:lnTo>
                  <a:lnTo>
                    <a:pt x="19" y="931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44"/>
            <p:cNvSpPr/>
            <p:nvPr/>
          </p:nvSpPr>
          <p:spPr>
            <a:xfrm>
              <a:off x="6107500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0" y="0"/>
                  </a:moveTo>
                  <a:lnTo>
                    <a:pt x="0" y="912"/>
                  </a:lnTo>
                  <a:lnTo>
                    <a:pt x="37" y="893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44"/>
            <p:cNvSpPr/>
            <p:nvPr/>
          </p:nvSpPr>
          <p:spPr>
            <a:xfrm>
              <a:off x="6108425" y="2050925"/>
              <a:ext cx="475" cy="21900"/>
            </a:xfrm>
            <a:custGeom>
              <a:avLst/>
              <a:gdLst/>
              <a:ahLst/>
              <a:cxnLst/>
              <a:rect l="l" t="t" r="r" b="b"/>
              <a:pathLst>
                <a:path w="19" h="876" extrusionOk="0">
                  <a:moveTo>
                    <a:pt x="0" y="1"/>
                  </a:moveTo>
                  <a:lnTo>
                    <a:pt x="0" y="875"/>
                  </a:lnTo>
                  <a:lnTo>
                    <a:pt x="19" y="838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44"/>
            <p:cNvSpPr/>
            <p:nvPr/>
          </p:nvSpPr>
          <p:spPr>
            <a:xfrm>
              <a:off x="610887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" y="0"/>
                  </a:moveTo>
                  <a:lnTo>
                    <a:pt x="1" y="819"/>
                  </a:lnTo>
                  <a:lnTo>
                    <a:pt x="20" y="80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44"/>
            <p:cNvSpPr/>
            <p:nvPr/>
          </p:nvSpPr>
          <p:spPr>
            <a:xfrm>
              <a:off x="6109350" y="2051875"/>
              <a:ext cx="500" cy="19550"/>
            </a:xfrm>
            <a:custGeom>
              <a:avLst/>
              <a:gdLst/>
              <a:ahLst/>
              <a:cxnLst/>
              <a:rect l="l" t="t" r="r" b="b"/>
              <a:pathLst>
                <a:path w="20" h="782" extrusionOk="0">
                  <a:moveTo>
                    <a:pt x="1" y="0"/>
                  </a:moveTo>
                  <a:lnTo>
                    <a:pt x="1" y="782"/>
                  </a:lnTo>
                  <a:lnTo>
                    <a:pt x="19" y="76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44"/>
            <p:cNvSpPr/>
            <p:nvPr/>
          </p:nvSpPr>
          <p:spPr>
            <a:xfrm>
              <a:off x="6109825" y="2052325"/>
              <a:ext cx="475" cy="18650"/>
            </a:xfrm>
            <a:custGeom>
              <a:avLst/>
              <a:gdLst/>
              <a:ahLst/>
              <a:cxnLst/>
              <a:rect l="l" t="t" r="r" b="b"/>
              <a:pathLst>
                <a:path w="19" h="746" extrusionOk="0">
                  <a:moveTo>
                    <a:pt x="0" y="1"/>
                  </a:moveTo>
                  <a:lnTo>
                    <a:pt x="0" y="745"/>
                  </a:lnTo>
                  <a:lnTo>
                    <a:pt x="19" y="72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44"/>
            <p:cNvSpPr/>
            <p:nvPr/>
          </p:nvSpPr>
          <p:spPr>
            <a:xfrm>
              <a:off x="611027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1" y="1"/>
                  </a:moveTo>
                  <a:lnTo>
                    <a:pt x="1" y="689"/>
                  </a:lnTo>
                  <a:lnTo>
                    <a:pt x="19" y="671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44"/>
            <p:cNvSpPr/>
            <p:nvPr/>
          </p:nvSpPr>
          <p:spPr>
            <a:xfrm>
              <a:off x="611075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0" y="0"/>
                  </a:moveTo>
                  <a:lnTo>
                    <a:pt x="0" y="652"/>
                  </a:lnTo>
                  <a:lnTo>
                    <a:pt x="38" y="633"/>
                  </a:lnTo>
                  <a:lnTo>
                    <a:pt x="38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44"/>
            <p:cNvSpPr/>
            <p:nvPr/>
          </p:nvSpPr>
          <p:spPr>
            <a:xfrm>
              <a:off x="6111675" y="2054200"/>
              <a:ext cx="500" cy="15375"/>
            </a:xfrm>
            <a:custGeom>
              <a:avLst/>
              <a:gdLst/>
              <a:ahLst/>
              <a:cxnLst/>
              <a:rect l="l" t="t" r="r" b="b"/>
              <a:pathLst>
                <a:path w="20" h="615" extrusionOk="0">
                  <a:moveTo>
                    <a:pt x="1" y="0"/>
                  </a:moveTo>
                  <a:lnTo>
                    <a:pt x="1" y="614"/>
                  </a:lnTo>
                  <a:lnTo>
                    <a:pt x="19" y="57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44"/>
            <p:cNvSpPr/>
            <p:nvPr/>
          </p:nvSpPr>
          <p:spPr>
            <a:xfrm>
              <a:off x="6112150" y="2054650"/>
              <a:ext cx="475" cy="13975"/>
            </a:xfrm>
            <a:custGeom>
              <a:avLst/>
              <a:gdLst/>
              <a:ahLst/>
              <a:cxnLst/>
              <a:rect l="l" t="t" r="r" b="b"/>
              <a:pathLst>
                <a:path w="19" h="559" extrusionOk="0">
                  <a:moveTo>
                    <a:pt x="0" y="1"/>
                  </a:moveTo>
                  <a:lnTo>
                    <a:pt x="0" y="559"/>
                  </a:lnTo>
                  <a:lnTo>
                    <a:pt x="19" y="54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44"/>
            <p:cNvSpPr/>
            <p:nvPr/>
          </p:nvSpPr>
          <p:spPr>
            <a:xfrm>
              <a:off x="61126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1" y="0"/>
                  </a:moveTo>
                  <a:lnTo>
                    <a:pt x="1" y="521"/>
                  </a:lnTo>
                  <a:lnTo>
                    <a:pt x="19" y="5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44"/>
            <p:cNvSpPr/>
            <p:nvPr/>
          </p:nvSpPr>
          <p:spPr>
            <a:xfrm>
              <a:off x="6113075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0" y="1"/>
                  </a:moveTo>
                  <a:lnTo>
                    <a:pt x="0" y="485"/>
                  </a:lnTo>
                  <a:lnTo>
                    <a:pt x="19" y="46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44"/>
            <p:cNvSpPr/>
            <p:nvPr/>
          </p:nvSpPr>
          <p:spPr>
            <a:xfrm>
              <a:off x="6113550" y="2056525"/>
              <a:ext cx="475" cy="10725"/>
            </a:xfrm>
            <a:custGeom>
              <a:avLst/>
              <a:gdLst/>
              <a:ahLst/>
              <a:cxnLst/>
              <a:rect l="l" t="t" r="r" b="b"/>
              <a:pathLst>
                <a:path w="19" h="429" extrusionOk="0">
                  <a:moveTo>
                    <a:pt x="0" y="0"/>
                  </a:moveTo>
                  <a:lnTo>
                    <a:pt x="0" y="428"/>
                  </a:lnTo>
                  <a:lnTo>
                    <a:pt x="19" y="410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44"/>
            <p:cNvSpPr/>
            <p:nvPr/>
          </p:nvSpPr>
          <p:spPr>
            <a:xfrm>
              <a:off x="611400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1" y="1"/>
                  </a:moveTo>
                  <a:lnTo>
                    <a:pt x="1" y="392"/>
                  </a:lnTo>
                  <a:lnTo>
                    <a:pt x="38" y="373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44"/>
            <p:cNvSpPr/>
            <p:nvPr/>
          </p:nvSpPr>
          <p:spPr>
            <a:xfrm>
              <a:off x="611492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" y="0"/>
                  </a:moveTo>
                  <a:lnTo>
                    <a:pt x="1" y="354"/>
                  </a:lnTo>
                  <a:lnTo>
                    <a:pt x="19" y="31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44"/>
            <p:cNvSpPr/>
            <p:nvPr/>
          </p:nvSpPr>
          <p:spPr>
            <a:xfrm>
              <a:off x="6115400" y="2057900"/>
              <a:ext cx="500" cy="7475"/>
            </a:xfrm>
            <a:custGeom>
              <a:avLst/>
              <a:gdLst/>
              <a:ahLst/>
              <a:cxnLst/>
              <a:rect l="l" t="t" r="r" b="b"/>
              <a:pathLst>
                <a:path w="20" h="299" extrusionOk="0">
                  <a:moveTo>
                    <a:pt x="0" y="1"/>
                  </a:moveTo>
                  <a:lnTo>
                    <a:pt x="0" y="299"/>
                  </a:lnTo>
                  <a:lnTo>
                    <a:pt x="19" y="28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44"/>
            <p:cNvSpPr/>
            <p:nvPr/>
          </p:nvSpPr>
          <p:spPr>
            <a:xfrm>
              <a:off x="6115875" y="2058375"/>
              <a:ext cx="475" cy="6550"/>
            </a:xfrm>
            <a:custGeom>
              <a:avLst/>
              <a:gdLst/>
              <a:ahLst/>
              <a:cxnLst/>
              <a:rect l="l" t="t" r="r" b="b"/>
              <a:pathLst>
                <a:path w="19" h="262" extrusionOk="0">
                  <a:moveTo>
                    <a:pt x="0" y="1"/>
                  </a:moveTo>
                  <a:lnTo>
                    <a:pt x="0" y="261"/>
                  </a:lnTo>
                  <a:lnTo>
                    <a:pt x="19" y="24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44"/>
            <p:cNvSpPr/>
            <p:nvPr/>
          </p:nvSpPr>
          <p:spPr>
            <a:xfrm>
              <a:off x="6116325" y="2058850"/>
              <a:ext cx="500" cy="5600"/>
            </a:xfrm>
            <a:custGeom>
              <a:avLst/>
              <a:gdLst/>
              <a:ahLst/>
              <a:cxnLst/>
              <a:rect l="l" t="t" r="r" b="b"/>
              <a:pathLst>
                <a:path w="20" h="224" extrusionOk="0">
                  <a:moveTo>
                    <a:pt x="1" y="0"/>
                  </a:moveTo>
                  <a:lnTo>
                    <a:pt x="1" y="223"/>
                  </a:lnTo>
                  <a:lnTo>
                    <a:pt x="19" y="205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44"/>
            <p:cNvSpPr/>
            <p:nvPr/>
          </p:nvSpPr>
          <p:spPr>
            <a:xfrm>
              <a:off x="6116800" y="2059775"/>
              <a:ext cx="475" cy="4200"/>
            </a:xfrm>
            <a:custGeom>
              <a:avLst/>
              <a:gdLst/>
              <a:ahLst/>
              <a:cxnLst/>
              <a:rect l="l" t="t" r="r" b="b"/>
              <a:pathLst>
                <a:path w="19" h="168" extrusionOk="0">
                  <a:moveTo>
                    <a:pt x="0" y="0"/>
                  </a:moveTo>
                  <a:lnTo>
                    <a:pt x="0" y="168"/>
                  </a:lnTo>
                  <a:lnTo>
                    <a:pt x="19" y="149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4"/>
            <p:cNvSpPr/>
            <p:nvPr/>
          </p:nvSpPr>
          <p:spPr>
            <a:xfrm>
              <a:off x="6117250" y="2060225"/>
              <a:ext cx="975" cy="3300"/>
            </a:xfrm>
            <a:custGeom>
              <a:avLst/>
              <a:gdLst/>
              <a:ahLst/>
              <a:cxnLst/>
              <a:rect l="l" t="t" r="r" b="b"/>
              <a:pathLst>
                <a:path w="39" h="132" extrusionOk="0">
                  <a:moveTo>
                    <a:pt x="1" y="1"/>
                  </a:moveTo>
                  <a:lnTo>
                    <a:pt x="1" y="131"/>
                  </a:lnTo>
                  <a:lnTo>
                    <a:pt x="38" y="113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4"/>
            <p:cNvSpPr/>
            <p:nvPr/>
          </p:nvSpPr>
          <p:spPr>
            <a:xfrm>
              <a:off x="6118200" y="2060700"/>
              <a:ext cx="475" cy="2350"/>
            </a:xfrm>
            <a:custGeom>
              <a:avLst/>
              <a:gdLst/>
              <a:ahLst/>
              <a:cxnLst/>
              <a:rect l="l" t="t" r="r" b="b"/>
              <a:pathLst>
                <a:path w="19" h="94" extrusionOk="0">
                  <a:moveTo>
                    <a:pt x="0" y="1"/>
                  </a:moveTo>
                  <a:lnTo>
                    <a:pt x="0" y="94"/>
                  </a:lnTo>
                  <a:lnTo>
                    <a:pt x="19" y="5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4"/>
            <p:cNvSpPr/>
            <p:nvPr/>
          </p:nvSpPr>
          <p:spPr>
            <a:xfrm>
              <a:off x="61186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1" y="0"/>
                  </a:moveTo>
                  <a:lnTo>
                    <a:pt x="1" y="3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44"/>
            <p:cNvSpPr/>
            <p:nvPr/>
          </p:nvSpPr>
          <p:spPr>
            <a:xfrm>
              <a:off x="5774825" y="2299850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7" name="Google Shape;267;p44"/>
          <p:cNvSpPr/>
          <p:nvPr/>
        </p:nvSpPr>
        <p:spPr>
          <a:xfrm>
            <a:off x="7013780" y="208116"/>
            <a:ext cx="823936" cy="823879"/>
          </a:xfrm>
          <a:custGeom>
            <a:avLst/>
            <a:gdLst/>
            <a:ahLst/>
            <a:cxnLst/>
            <a:rect l="l" t="t" r="r" b="b"/>
            <a:pathLst>
              <a:path w="14462" h="14461" extrusionOk="0">
                <a:moveTo>
                  <a:pt x="7222" y="0"/>
                </a:moveTo>
                <a:lnTo>
                  <a:pt x="1" y="7221"/>
                </a:lnTo>
                <a:lnTo>
                  <a:pt x="7222" y="14461"/>
                </a:lnTo>
                <a:lnTo>
                  <a:pt x="14461" y="7221"/>
                </a:lnTo>
                <a:lnTo>
                  <a:pt x="7222" y="0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" name="Google Shape;268;p44"/>
          <p:cNvGrpSpPr/>
          <p:nvPr/>
        </p:nvGrpSpPr>
        <p:grpSpPr>
          <a:xfrm>
            <a:off x="7000981" y="195816"/>
            <a:ext cx="849275" cy="848250"/>
            <a:chOff x="2651171" y="2397773"/>
            <a:chExt cx="2099568" cy="2097033"/>
          </a:xfrm>
        </p:grpSpPr>
        <p:sp>
          <p:nvSpPr>
            <p:cNvPr id="269" name="Google Shape;269;p44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44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1" name="Google Shape;271;p44"/>
          <p:cNvGrpSpPr/>
          <p:nvPr/>
        </p:nvGrpSpPr>
        <p:grpSpPr>
          <a:xfrm>
            <a:off x="7263610" y="-297378"/>
            <a:ext cx="2216073" cy="1834889"/>
            <a:chOff x="2210400" y="2558550"/>
            <a:chExt cx="971025" cy="804000"/>
          </a:xfrm>
        </p:grpSpPr>
        <p:sp>
          <p:nvSpPr>
            <p:cNvPr id="272" name="Google Shape;272;p44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44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44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44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44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44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44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44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0" name="Google Shape;280;p44"/>
          <p:cNvGrpSpPr/>
          <p:nvPr/>
        </p:nvGrpSpPr>
        <p:grpSpPr>
          <a:xfrm>
            <a:off x="5978160" y="2286430"/>
            <a:ext cx="4015313" cy="3884503"/>
            <a:chOff x="5440750" y="1669400"/>
            <a:chExt cx="971525" cy="939875"/>
          </a:xfrm>
        </p:grpSpPr>
        <p:sp>
          <p:nvSpPr>
            <p:cNvPr id="281" name="Google Shape;281;p44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44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44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44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44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44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44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44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44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44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44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674EA7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44"/>
            <p:cNvSpPr/>
            <p:nvPr/>
          </p:nvSpPr>
          <p:spPr>
            <a:xfrm>
              <a:off x="60609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20" y="0"/>
                  </a:moveTo>
                  <a:lnTo>
                    <a:pt x="1" y="19"/>
                  </a:lnTo>
                  <a:lnTo>
                    <a:pt x="20" y="3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44"/>
            <p:cNvSpPr/>
            <p:nvPr/>
          </p:nvSpPr>
          <p:spPr>
            <a:xfrm>
              <a:off x="6061425" y="2060700"/>
              <a:ext cx="500" cy="2350"/>
            </a:xfrm>
            <a:custGeom>
              <a:avLst/>
              <a:gdLst/>
              <a:ahLst/>
              <a:cxnLst/>
              <a:rect l="l" t="t" r="r" b="b"/>
              <a:pathLst>
                <a:path w="20" h="94" extrusionOk="0">
                  <a:moveTo>
                    <a:pt x="19" y="1"/>
                  </a:moveTo>
                  <a:lnTo>
                    <a:pt x="1" y="19"/>
                  </a:lnTo>
                  <a:lnTo>
                    <a:pt x="1" y="56"/>
                  </a:lnTo>
                  <a:lnTo>
                    <a:pt x="19" y="94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44"/>
            <p:cNvSpPr/>
            <p:nvPr/>
          </p:nvSpPr>
          <p:spPr>
            <a:xfrm>
              <a:off x="6061900" y="2060225"/>
              <a:ext cx="950" cy="3300"/>
            </a:xfrm>
            <a:custGeom>
              <a:avLst/>
              <a:gdLst/>
              <a:ahLst/>
              <a:cxnLst/>
              <a:rect l="l" t="t" r="r" b="b"/>
              <a:pathLst>
                <a:path w="38" h="132" extrusionOk="0">
                  <a:moveTo>
                    <a:pt x="37" y="1"/>
                  </a:moveTo>
                  <a:lnTo>
                    <a:pt x="0" y="20"/>
                  </a:lnTo>
                  <a:lnTo>
                    <a:pt x="0" y="113"/>
                  </a:lnTo>
                  <a:lnTo>
                    <a:pt x="37" y="131"/>
                  </a:lnTo>
                  <a:lnTo>
                    <a:pt x="37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44"/>
            <p:cNvSpPr/>
            <p:nvPr/>
          </p:nvSpPr>
          <p:spPr>
            <a:xfrm>
              <a:off x="6062825" y="2059775"/>
              <a:ext cx="500" cy="4200"/>
            </a:xfrm>
            <a:custGeom>
              <a:avLst/>
              <a:gdLst/>
              <a:ahLst/>
              <a:cxnLst/>
              <a:rect l="l" t="t" r="r" b="b"/>
              <a:pathLst>
                <a:path w="20" h="168" extrusionOk="0">
                  <a:moveTo>
                    <a:pt x="19" y="0"/>
                  </a:moveTo>
                  <a:lnTo>
                    <a:pt x="0" y="19"/>
                  </a:lnTo>
                  <a:lnTo>
                    <a:pt x="0" y="149"/>
                  </a:lnTo>
                  <a:lnTo>
                    <a:pt x="19" y="16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44"/>
            <p:cNvSpPr/>
            <p:nvPr/>
          </p:nvSpPr>
          <p:spPr>
            <a:xfrm>
              <a:off x="6063300" y="2058850"/>
              <a:ext cx="475" cy="5600"/>
            </a:xfrm>
            <a:custGeom>
              <a:avLst/>
              <a:gdLst/>
              <a:ahLst/>
              <a:cxnLst/>
              <a:rect l="l" t="t" r="r" b="b"/>
              <a:pathLst>
                <a:path w="19" h="224" extrusionOk="0">
                  <a:moveTo>
                    <a:pt x="19" y="0"/>
                  </a:moveTo>
                  <a:lnTo>
                    <a:pt x="0" y="37"/>
                  </a:lnTo>
                  <a:lnTo>
                    <a:pt x="0" y="205"/>
                  </a:lnTo>
                  <a:lnTo>
                    <a:pt x="19" y="22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44"/>
            <p:cNvSpPr/>
            <p:nvPr/>
          </p:nvSpPr>
          <p:spPr>
            <a:xfrm>
              <a:off x="6063750" y="2058375"/>
              <a:ext cx="500" cy="6550"/>
            </a:xfrm>
            <a:custGeom>
              <a:avLst/>
              <a:gdLst/>
              <a:ahLst/>
              <a:cxnLst/>
              <a:rect l="l" t="t" r="r" b="b"/>
              <a:pathLst>
                <a:path w="20" h="262" extrusionOk="0">
                  <a:moveTo>
                    <a:pt x="19" y="1"/>
                  </a:moveTo>
                  <a:lnTo>
                    <a:pt x="1" y="19"/>
                  </a:lnTo>
                  <a:lnTo>
                    <a:pt x="1" y="242"/>
                  </a:lnTo>
                  <a:lnTo>
                    <a:pt x="19" y="26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44"/>
            <p:cNvSpPr/>
            <p:nvPr/>
          </p:nvSpPr>
          <p:spPr>
            <a:xfrm>
              <a:off x="6064225" y="2057900"/>
              <a:ext cx="475" cy="7475"/>
            </a:xfrm>
            <a:custGeom>
              <a:avLst/>
              <a:gdLst/>
              <a:ahLst/>
              <a:cxnLst/>
              <a:rect l="l" t="t" r="r" b="b"/>
              <a:pathLst>
                <a:path w="19" h="299" extrusionOk="0">
                  <a:moveTo>
                    <a:pt x="19" y="1"/>
                  </a:moveTo>
                  <a:lnTo>
                    <a:pt x="0" y="20"/>
                  </a:lnTo>
                  <a:lnTo>
                    <a:pt x="0" y="280"/>
                  </a:lnTo>
                  <a:lnTo>
                    <a:pt x="19" y="29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44"/>
            <p:cNvSpPr/>
            <p:nvPr/>
          </p:nvSpPr>
          <p:spPr>
            <a:xfrm>
              <a:off x="606467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9" y="0"/>
                  </a:moveTo>
                  <a:lnTo>
                    <a:pt x="1" y="19"/>
                  </a:lnTo>
                  <a:lnTo>
                    <a:pt x="1" y="317"/>
                  </a:lnTo>
                  <a:lnTo>
                    <a:pt x="19" y="35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44"/>
            <p:cNvSpPr/>
            <p:nvPr/>
          </p:nvSpPr>
          <p:spPr>
            <a:xfrm>
              <a:off x="606515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38" y="1"/>
                  </a:moveTo>
                  <a:lnTo>
                    <a:pt x="0" y="19"/>
                  </a:lnTo>
                  <a:lnTo>
                    <a:pt x="0" y="373"/>
                  </a:lnTo>
                  <a:lnTo>
                    <a:pt x="38" y="392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44"/>
            <p:cNvSpPr/>
            <p:nvPr/>
          </p:nvSpPr>
          <p:spPr>
            <a:xfrm>
              <a:off x="6066075" y="2056525"/>
              <a:ext cx="500" cy="10725"/>
            </a:xfrm>
            <a:custGeom>
              <a:avLst/>
              <a:gdLst/>
              <a:ahLst/>
              <a:cxnLst/>
              <a:rect l="l" t="t" r="r" b="b"/>
              <a:pathLst>
                <a:path w="20" h="429" extrusionOk="0">
                  <a:moveTo>
                    <a:pt x="19" y="0"/>
                  </a:moveTo>
                  <a:lnTo>
                    <a:pt x="1" y="19"/>
                  </a:lnTo>
                  <a:lnTo>
                    <a:pt x="1" y="410"/>
                  </a:lnTo>
                  <a:lnTo>
                    <a:pt x="19" y="42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44"/>
            <p:cNvSpPr/>
            <p:nvPr/>
          </p:nvSpPr>
          <p:spPr>
            <a:xfrm>
              <a:off x="6066550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19" y="1"/>
                  </a:moveTo>
                  <a:lnTo>
                    <a:pt x="0" y="38"/>
                  </a:lnTo>
                  <a:lnTo>
                    <a:pt x="0" y="466"/>
                  </a:lnTo>
                  <a:lnTo>
                    <a:pt x="19" y="4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44"/>
            <p:cNvSpPr/>
            <p:nvPr/>
          </p:nvSpPr>
          <p:spPr>
            <a:xfrm>
              <a:off x="60670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20" y="0"/>
                  </a:moveTo>
                  <a:lnTo>
                    <a:pt x="1" y="19"/>
                  </a:lnTo>
                  <a:lnTo>
                    <a:pt x="1" y="503"/>
                  </a:lnTo>
                  <a:lnTo>
                    <a:pt x="20" y="52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44"/>
            <p:cNvSpPr/>
            <p:nvPr/>
          </p:nvSpPr>
          <p:spPr>
            <a:xfrm>
              <a:off x="6067475" y="2054650"/>
              <a:ext cx="500" cy="13975"/>
            </a:xfrm>
            <a:custGeom>
              <a:avLst/>
              <a:gdLst/>
              <a:ahLst/>
              <a:cxnLst/>
              <a:rect l="l" t="t" r="r" b="b"/>
              <a:pathLst>
                <a:path w="20" h="559" extrusionOk="0">
                  <a:moveTo>
                    <a:pt x="19" y="1"/>
                  </a:moveTo>
                  <a:lnTo>
                    <a:pt x="1" y="19"/>
                  </a:lnTo>
                  <a:lnTo>
                    <a:pt x="1" y="540"/>
                  </a:lnTo>
                  <a:lnTo>
                    <a:pt x="19" y="55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44"/>
            <p:cNvSpPr/>
            <p:nvPr/>
          </p:nvSpPr>
          <p:spPr>
            <a:xfrm>
              <a:off x="6067950" y="2054200"/>
              <a:ext cx="475" cy="15375"/>
            </a:xfrm>
            <a:custGeom>
              <a:avLst/>
              <a:gdLst/>
              <a:ahLst/>
              <a:cxnLst/>
              <a:rect l="l" t="t" r="r" b="b"/>
              <a:pathLst>
                <a:path w="19" h="615" extrusionOk="0">
                  <a:moveTo>
                    <a:pt x="19" y="0"/>
                  </a:moveTo>
                  <a:lnTo>
                    <a:pt x="0" y="19"/>
                  </a:lnTo>
                  <a:lnTo>
                    <a:pt x="0" y="577"/>
                  </a:lnTo>
                  <a:lnTo>
                    <a:pt x="19" y="61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44"/>
            <p:cNvSpPr/>
            <p:nvPr/>
          </p:nvSpPr>
          <p:spPr>
            <a:xfrm>
              <a:off x="606840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38" y="0"/>
                  </a:moveTo>
                  <a:lnTo>
                    <a:pt x="1" y="19"/>
                  </a:lnTo>
                  <a:lnTo>
                    <a:pt x="1" y="633"/>
                  </a:lnTo>
                  <a:lnTo>
                    <a:pt x="38" y="652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44"/>
            <p:cNvSpPr/>
            <p:nvPr/>
          </p:nvSpPr>
          <p:spPr>
            <a:xfrm>
              <a:off x="606932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20" y="1"/>
                  </a:moveTo>
                  <a:lnTo>
                    <a:pt x="1" y="19"/>
                  </a:lnTo>
                  <a:lnTo>
                    <a:pt x="1" y="671"/>
                  </a:lnTo>
                  <a:lnTo>
                    <a:pt x="20" y="689"/>
                  </a:lnTo>
                  <a:lnTo>
                    <a:pt x="2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44"/>
            <p:cNvSpPr/>
            <p:nvPr/>
          </p:nvSpPr>
          <p:spPr>
            <a:xfrm>
              <a:off x="6069800" y="2052325"/>
              <a:ext cx="500" cy="18650"/>
            </a:xfrm>
            <a:custGeom>
              <a:avLst/>
              <a:gdLst/>
              <a:ahLst/>
              <a:cxnLst/>
              <a:rect l="l" t="t" r="r" b="b"/>
              <a:pathLst>
                <a:path w="20" h="746" extrusionOk="0">
                  <a:moveTo>
                    <a:pt x="19" y="1"/>
                  </a:moveTo>
                  <a:lnTo>
                    <a:pt x="1" y="38"/>
                  </a:lnTo>
                  <a:lnTo>
                    <a:pt x="1" y="726"/>
                  </a:lnTo>
                  <a:lnTo>
                    <a:pt x="19" y="74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44"/>
            <p:cNvSpPr/>
            <p:nvPr/>
          </p:nvSpPr>
          <p:spPr>
            <a:xfrm>
              <a:off x="6070275" y="2051875"/>
              <a:ext cx="475" cy="19550"/>
            </a:xfrm>
            <a:custGeom>
              <a:avLst/>
              <a:gdLst/>
              <a:ahLst/>
              <a:cxnLst/>
              <a:rect l="l" t="t" r="r" b="b"/>
              <a:pathLst>
                <a:path w="19" h="782" extrusionOk="0">
                  <a:moveTo>
                    <a:pt x="19" y="0"/>
                  </a:moveTo>
                  <a:lnTo>
                    <a:pt x="0" y="19"/>
                  </a:lnTo>
                  <a:lnTo>
                    <a:pt x="0" y="763"/>
                  </a:lnTo>
                  <a:lnTo>
                    <a:pt x="19" y="78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44"/>
            <p:cNvSpPr/>
            <p:nvPr/>
          </p:nvSpPr>
          <p:spPr>
            <a:xfrm>
              <a:off x="607072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9" y="0"/>
                  </a:moveTo>
                  <a:lnTo>
                    <a:pt x="1" y="19"/>
                  </a:lnTo>
                  <a:lnTo>
                    <a:pt x="1" y="801"/>
                  </a:lnTo>
                  <a:lnTo>
                    <a:pt x="19" y="819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p44"/>
            <p:cNvSpPr/>
            <p:nvPr/>
          </p:nvSpPr>
          <p:spPr>
            <a:xfrm>
              <a:off x="6071200" y="2050925"/>
              <a:ext cx="500" cy="21900"/>
            </a:xfrm>
            <a:custGeom>
              <a:avLst/>
              <a:gdLst/>
              <a:ahLst/>
              <a:cxnLst/>
              <a:rect l="l" t="t" r="r" b="b"/>
              <a:pathLst>
                <a:path w="20" h="876" extrusionOk="0">
                  <a:moveTo>
                    <a:pt x="19" y="1"/>
                  </a:moveTo>
                  <a:lnTo>
                    <a:pt x="0" y="19"/>
                  </a:lnTo>
                  <a:lnTo>
                    <a:pt x="0" y="838"/>
                  </a:lnTo>
                  <a:lnTo>
                    <a:pt x="19" y="87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44"/>
            <p:cNvSpPr/>
            <p:nvPr/>
          </p:nvSpPr>
          <p:spPr>
            <a:xfrm>
              <a:off x="6071675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37" y="0"/>
                  </a:moveTo>
                  <a:lnTo>
                    <a:pt x="0" y="19"/>
                  </a:lnTo>
                  <a:lnTo>
                    <a:pt x="0" y="893"/>
                  </a:lnTo>
                  <a:lnTo>
                    <a:pt x="37" y="912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44"/>
            <p:cNvSpPr/>
            <p:nvPr/>
          </p:nvSpPr>
          <p:spPr>
            <a:xfrm>
              <a:off x="6072600" y="2050000"/>
              <a:ext cx="475" cy="23750"/>
            </a:xfrm>
            <a:custGeom>
              <a:avLst/>
              <a:gdLst/>
              <a:ahLst/>
              <a:cxnLst/>
              <a:rect l="l" t="t" r="r" b="b"/>
              <a:pathLst>
                <a:path w="19" h="950" extrusionOk="0">
                  <a:moveTo>
                    <a:pt x="19" y="1"/>
                  </a:moveTo>
                  <a:lnTo>
                    <a:pt x="0" y="19"/>
                  </a:lnTo>
                  <a:lnTo>
                    <a:pt x="0" y="931"/>
                  </a:lnTo>
                  <a:lnTo>
                    <a:pt x="19" y="950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44"/>
            <p:cNvSpPr/>
            <p:nvPr/>
          </p:nvSpPr>
          <p:spPr>
            <a:xfrm>
              <a:off x="60730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9" y="0"/>
                  </a:moveTo>
                  <a:lnTo>
                    <a:pt x="1" y="38"/>
                  </a:lnTo>
                  <a:lnTo>
                    <a:pt x="1" y="987"/>
                  </a:lnTo>
                  <a:lnTo>
                    <a:pt x="19" y="1005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44"/>
            <p:cNvSpPr/>
            <p:nvPr/>
          </p:nvSpPr>
          <p:spPr>
            <a:xfrm>
              <a:off x="6073525" y="2048600"/>
              <a:ext cx="500" cy="26075"/>
            </a:xfrm>
            <a:custGeom>
              <a:avLst/>
              <a:gdLst/>
              <a:ahLst/>
              <a:cxnLst/>
              <a:rect l="l" t="t" r="r" b="b"/>
              <a:pathLst>
                <a:path w="20" h="1043" extrusionOk="0">
                  <a:moveTo>
                    <a:pt x="19" y="1"/>
                  </a:moveTo>
                  <a:lnTo>
                    <a:pt x="0" y="19"/>
                  </a:lnTo>
                  <a:lnTo>
                    <a:pt x="0" y="1024"/>
                  </a:lnTo>
                  <a:lnTo>
                    <a:pt x="19" y="1043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44"/>
            <p:cNvSpPr/>
            <p:nvPr/>
          </p:nvSpPr>
          <p:spPr>
            <a:xfrm>
              <a:off x="6074000" y="2048150"/>
              <a:ext cx="475" cy="27000"/>
            </a:xfrm>
            <a:custGeom>
              <a:avLst/>
              <a:gdLst/>
              <a:ahLst/>
              <a:cxnLst/>
              <a:rect l="l" t="t" r="r" b="b"/>
              <a:pathLst>
                <a:path w="19" h="1080" extrusionOk="0">
                  <a:moveTo>
                    <a:pt x="19" y="0"/>
                  </a:moveTo>
                  <a:lnTo>
                    <a:pt x="0" y="19"/>
                  </a:lnTo>
                  <a:lnTo>
                    <a:pt x="0" y="1061"/>
                  </a:lnTo>
                  <a:lnTo>
                    <a:pt x="19" y="108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44"/>
            <p:cNvSpPr/>
            <p:nvPr/>
          </p:nvSpPr>
          <p:spPr>
            <a:xfrm>
              <a:off x="6074450" y="2047675"/>
              <a:ext cx="500" cy="28400"/>
            </a:xfrm>
            <a:custGeom>
              <a:avLst/>
              <a:gdLst/>
              <a:ahLst/>
              <a:cxnLst/>
              <a:rect l="l" t="t" r="r" b="b"/>
              <a:pathLst>
                <a:path w="20" h="1136" extrusionOk="0">
                  <a:moveTo>
                    <a:pt x="19" y="1"/>
                  </a:moveTo>
                  <a:lnTo>
                    <a:pt x="1" y="19"/>
                  </a:lnTo>
                  <a:lnTo>
                    <a:pt x="1" y="1099"/>
                  </a:lnTo>
                  <a:lnTo>
                    <a:pt x="19" y="1136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44"/>
            <p:cNvSpPr/>
            <p:nvPr/>
          </p:nvSpPr>
          <p:spPr>
            <a:xfrm>
              <a:off x="60749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38" y="1"/>
                  </a:moveTo>
                  <a:lnTo>
                    <a:pt x="0" y="20"/>
                  </a:lnTo>
                  <a:lnTo>
                    <a:pt x="0" y="1155"/>
                  </a:lnTo>
                  <a:lnTo>
                    <a:pt x="38" y="1173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44"/>
            <p:cNvSpPr/>
            <p:nvPr/>
          </p:nvSpPr>
          <p:spPr>
            <a:xfrm>
              <a:off x="6075850" y="2046750"/>
              <a:ext cx="500" cy="30250"/>
            </a:xfrm>
            <a:custGeom>
              <a:avLst/>
              <a:gdLst/>
              <a:ahLst/>
              <a:cxnLst/>
              <a:rect l="l" t="t" r="r" b="b"/>
              <a:pathLst>
                <a:path w="20" h="1210" extrusionOk="0">
                  <a:moveTo>
                    <a:pt x="19" y="0"/>
                  </a:moveTo>
                  <a:lnTo>
                    <a:pt x="1" y="19"/>
                  </a:lnTo>
                  <a:lnTo>
                    <a:pt x="1" y="1191"/>
                  </a:lnTo>
                  <a:lnTo>
                    <a:pt x="19" y="121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44"/>
            <p:cNvSpPr/>
            <p:nvPr/>
          </p:nvSpPr>
          <p:spPr>
            <a:xfrm>
              <a:off x="6076325" y="2045825"/>
              <a:ext cx="475" cy="31650"/>
            </a:xfrm>
            <a:custGeom>
              <a:avLst/>
              <a:gdLst/>
              <a:ahLst/>
              <a:cxnLst/>
              <a:rect l="l" t="t" r="r" b="b"/>
              <a:pathLst>
                <a:path w="19" h="1266" extrusionOk="0">
                  <a:moveTo>
                    <a:pt x="19" y="0"/>
                  </a:moveTo>
                  <a:lnTo>
                    <a:pt x="0" y="37"/>
                  </a:lnTo>
                  <a:lnTo>
                    <a:pt x="0" y="1247"/>
                  </a:lnTo>
                  <a:lnTo>
                    <a:pt x="19" y="1266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44"/>
            <p:cNvSpPr/>
            <p:nvPr/>
          </p:nvSpPr>
          <p:spPr>
            <a:xfrm>
              <a:off x="607677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9" y="0"/>
                  </a:moveTo>
                  <a:lnTo>
                    <a:pt x="1" y="19"/>
                  </a:lnTo>
                  <a:lnTo>
                    <a:pt x="1" y="1285"/>
                  </a:lnTo>
                  <a:lnTo>
                    <a:pt x="19" y="130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44"/>
            <p:cNvSpPr/>
            <p:nvPr/>
          </p:nvSpPr>
          <p:spPr>
            <a:xfrm>
              <a:off x="6077250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19" y="1"/>
                  </a:moveTo>
                  <a:lnTo>
                    <a:pt x="0" y="19"/>
                  </a:lnTo>
                  <a:lnTo>
                    <a:pt x="0" y="1322"/>
                  </a:lnTo>
                  <a:lnTo>
                    <a:pt x="19" y="134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44"/>
            <p:cNvSpPr/>
            <p:nvPr/>
          </p:nvSpPr>
          <p:spPr>
            <a:xfrm>
              <a:off x="60777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20" y="0"/>
                  </a:moveTo>
                  <a:lnTo>
                    <a:pt x="1" y="19"/>
                  </a:lnTo>
                  <a:lnTo>
                    <a:pt x="1" y="1359"/>
                  </a:lnTo>
                  <a:lnTo>
                    <a:pt x="20" y="1396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44"/>
            <p:cNvSpPr/>
            <p:nvPr/>
          </p:nvSpPr>
          <p:spPr>
            <a:xfrm>
              <a:off x="60781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38" y="1"/>
                  </a:moveTo>
                  <a:lnTo>
                    <a:pt x="1" y="19"/>
                  </a:lnTo>
                  <a:lnTo>
                    <a:pt x="1" y="1415"/>
                  </a:lnTo>
                  <a:lnTo>
                    <a:pt x="38" y="1434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44"/>
            <p:cNvSpPr/>
            <p:nvPr/>
          </p:nvSpPr>
          <p:spPr>
            <a:xfrm>
              <a:off x="60791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9" y="0"/>
                  </a:moveTo>
                  <a:lnTo>
                    <a:pt x="1" y="19"/>
                  </a:lnTo>
                  <a:lnTo>
                    <a:pt x="1" y="1452"/>
                  </a:lnTo>
                  <a:lnTo>
                    <a:pt x="19" y="147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44"/>
            <p:cNvSpPr/>
            <p:nvPr/>
          </p:nvSpPr>
          <p:spPr>
            <a:xfrm>
              <a:off x="6079575" y="2042550"/>
              <a:ext cx="500" cy="38175"/>
            </a:xfrm>
            <a:custGeom>
              <a:avLst/>
              <a:gdLst/>
              <a:ahLst/>
              <a:cxnLst/>
              <a:rect l="l" t="t" r="r" b="b"/>
              <a:pathLst>
                <a:path w="20" h="1527" extrusionOk="0">
                  <a:moveTo>
                    <a:pt x="19" y="1"/>
                  </a:moveTo>
                  <a:lnTo>
                    <a:pt x="0" y="38"/>
                  </a:lnTo>
                  <a:lnTo>
                    <a:pt x="0" y="1508"/>
                  </a:lnTo>
                  <a:lnTo>
                    <a:pt x="19" y="152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44"/>
            <p:cNvSpPr/>
            <p:nvPr/>
          </p:nvSpPr>
          <p:spPr>
            <a:xfrm>
              <a:off x="6080050" y="2042100"/>
              <a:ext cx="475" cy="39100"/>
            </a:xfrm>
            <a:custGeom>
              <a:avLst/>
              <a:gdLst/>
              <a:ahLst/>
              <a:cxnLst/>
              <a:rect l="l" t="t" r="r" b="b"/>
              <a:pathLst>
                <a:path w="19" h="1564" extrusionOk="0">
                  <a:moveTo>
                    <a:pt x="19" y="0"/>
                  </a:moveTo>
                  <a:lnTo>
                    <a:pt x="0" y="19"/>
                  </a:lnTo>
                  <a:lnTo>
                    <a:pt x="0" y="1545"/>
                  </a:lnTo>
                  <a:lnTo>
                    <a:pt x="19" y="156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44"/>
            <p:cNvSpPr/>
            <p:nvPr/>
          </p:nvSpPr>
          <p:spPr>
            <a:xfrm>
              <a:off x="6080500" y="2041625"/>
              <a:ext cx="500" cy="40050"/>
            </a:xfrm>
            <a:custGeom>
              <a:avLst/>
              <a:gdLst/>
              <a:ahLst/>
              <a:cxnLst/>
              <a:rect l="l" t="t" r="r" b="b"/>
              <a:pathLst>
                <a:path w="20" h="1602" extrusionOk="0">
                  <a:moveTo>
                    <a:pt x="19" y="1"/>
                  </a:moveTo>
                  <a:lnTo>
                    <a:pt x="1" y="19"/>
                  </a:lnTo>
                  <a:lnTo>
                    <a:pt x="1" y="1582"/>
                  </a:lnTo>
                  <a:lnTo>
                    <a:pt x="19" y="160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44"/>
            <p:cNvSpPr/>
            <p:nvPr/>
          </p:nvSpPr>
          <p:spPr>
            <a:xfrm>
              <a:off x="6080975" y="2041150"/>
              <a:ext cx="475" cy="41450"/>
            </a:xfrm>
            <a:custGeom>
              <a:avLst/>
              <a:gdLst/>
              <a:ahLst/>
              <a:cxnLst/>
              <a:rect l="l" t="t" r="r" b="b"/>
              <a:pathLst>
                <a:path w="19" h="1658" extrusionOk="0">
                  <a:moveTo>
                    <a:pt x="19" y="1"/>
                  </a:moveTo>
                  <a:lnTo>
                    <a:pt x="0" y="20"/>
                  </a:lnTo>
                  <a:lnTo>
                    <a:pt x="0" y="1620"/>
                  </a:lnTo>
                  <a:lnTo>
                    <a:pt x="19" y="165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44"/>
            <p:cNvSpPr/>
            <p:nvPr/>
          </p:nvSpPr>
          <p:spPr>
            <a:xfrm>
              <a:off x="6081425" y="2040700"/>
              <a:ext cx="975" cy="42350"/>
            </a:xfrm>
            <a:custGeom>
              <a:avLst/>
              <a:gdLst/>
              <a:ahLst/>
              <a:cxnLst/>
              <a:rect l="l" t="t" r="r" b="b"/>
              <a:pathLst>
                <a:path w="39" h="1694" extrusionOk="0">
                  <a:moveTo>
                    <a:pt x="38" y="0"/>
                  </a:moveTo>
                  <a:lnTo>
                    <a:pt x="1" y="19"/>
                  </a:lnTo>
                  <a:lnTo>
                    <a:pt x="1" y="1675"/>
                  </a:lnTo>
                  <a:lnTo>
                    <a:pt x="38" y="1694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44"/>
            <p:cNvSpPr/>
            <p:nvPr/>
          </p:nvSpPr>
          <p:spPr>
            <a:xfrm>
              <a:off x="6082375" y="2040225"/>
              <a:ext cx="475" cy="43300"/>
            </a:xfrm>
            <a:custGeom>
              <a:avLst/>
              <a:gdLst/>
              <a:ahLst/>
              <a:cxnLst/>
              <a:rect l="l" t="t" r="r" b="b"/>
              <a:pathLst>
                <a:path w="19" h="1732" extrusionOk="0">
                  <a:moveTo>
                    <a:pt x="19" y="1"/>
                  </a:moveTo>
                  <a:lnTo>
                    <a:pt x="0" y="19"/>
                  </a:lnTo>
                  <a:lnTo>
                    <a:pt x="0" y="1713"/>
                  </a:lnTo>
                  <a:lnTo>
                    <a:pt x="19" y="1732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44"/>
            <p:cNvSpPr/>
            <p:nvPr/>
          </p:nvSpPr>
          <p:spPr>
            <a:xfrm>
              <a:off x="6082825" y="2039300"/>
              <a:ext cx="500" cy="44700"/>
            </a:xfrm>
            <a:custGeom>
              <a:avLst/>
              <a:gdLst/>
              <a:ahLst/>
              <a:cxnLst/>
              <a:rect l="l" t="t" r="r" b="b"/>
              <a:pathLst>
                <a:path w="20" h="1788" extrusionOk="0">
                  <a:moveTo>
                    <a:pt x="19" y="1"/>
                  </a:moveTo>
                  <a:lnTo>
                    <a:pt x="1" y="38"/>
                  </a:lnTo>
                  <a:lnTo>
                    <a:pt x="1" y="1769"/>
                  </a:lnTo>
                  <a:lnTo>
                    <a:pt x="19" y="178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44"/>
            <p:cNvSpPr/>
            <p:nvPr/>
          </p:nvSpPr>
          <p:spPr>
            <a:xfrm>
              <a:off x="6083300" y="2038825"/>
              <a:ext cx="475" cy="45625"/>
            </a:xfrm>
            <a:custGeom>
              <a:avLst/>
              <a:gdLst/>
              <a:ahLst/>
              <a:cxnLst/>
              <a:rect l="l" t="t" r="r" b="b"/>
              <a:pathLst>
                <a:path w="19" h="1825" extrusionOk="0">
                  <a:moveTo>
                    <a:pt x="19" y="1"/>
                  </a:moveTo>
                  <a:lnTo>
                    <a:pt x="0" y="20"/>
                  </a:lnTo>
                  <a:lnTo>
                    <a:pt x="0" y="1806"/>
                  </a:lnTo>
                  <a:lnTo>
                    <a:pt x="19" y="182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44"/>
            <p:cNvSpPr/>
            <p:nvPr/>
          </p:nvSpPr>
          <p:spPr>
            <a:xfrm>
              <a:off x="60837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20" y="0"/>
                  </a:moveTo>
                  <a:lnTo>
                    <a:pt x="1" y="19"/>
                  </a:lnTo>
                  <a:lnTo>
                    <a:pt x="1" y="1843"/>
                  </a:lnTo>
                  <a:lnTo>
                    <a:pt x="20" y="186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44"/>
            <p:cNvSpPr/>
            <p:nvPr/>
          </p:nvSpPr>
          <p:spPr>
            <a:xfrm>
              <a:off x="6084225" y="2037900"/>
              <a:ext cx="500" cy="47950"/>
            </a:xfrm>
            <a:custGeom>
              <a:avLst/>
              <a:gdLst/>
              <a:ahLst/>
              <a:cxnLst/>
              <a:rect l="l" t="t" r="r" b="b"/>
              <a:pathLst>
                <a:path w="20" h="1918" extrusionOk="0">
                  <a:moveTo>
                    <a:pt x="19" y="1"/>
                  </a:moveTo>
                  <a:lnTo>
                    <a:pt x="1" y="19"/>
                  </a:lnTo>
                  <a:lnTo>
                    <a:pt x="1" y="1880"/>
                  </a:lnTo>
                  <a:lnTo>
                    <a:pt x="19" y="1918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44"/>
            <p:cNvSpPr/>
            <p:nvPr/>
          </p:nvSpPr>
          <p:spPr>
            <a:xfrm>
              <a:off x="6084700" y="2037450"/>
              <a:ext cx="950" cy="48875"/>
            </a:xfrm>
            <a:custGeom>
              <a:avLst/>
              <a:gdLst/>
              <a:ahLst/>
              <a:cxnLst/>
              <a:rect l="l" t="t" r="r" b="b"/>
              <a:pathLst>
                <a:path w="38" h="1955" extrusionOk="0">
                  <a:moveTo>
                    <a:pt x="37" y="0"/>
                  </a:moveTo>
                  <a:lnTo>
                    <a:pt x="0" y="19"/>
                  </a:lnTo>
                  <a:lnTo>
                    <a:pt x="0" y="1936"/>
                  </a:lnTo>
                  <a:lnTo>
                    <a:pt x="37" y="1954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44"/>
            <p:cNvSpPr/>
            <p:nvPr/>
          </p:nvSpPr>
          <p:spPr>
            <a:xfrm>
              <a:off x="6085625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19" y="0"/>
                  </a:moveTo>
                  <a:lnTo>
                    <a:pt x="0" y="19"/>
                  </a:lnTo>
                  <a:lnTo>
                    <a:pt x="0" y="1973"/>
                  </a:lnTo>
                  <a:lnTo>
                    <a:pt x="19" y="199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44"/>
            <p:cNvSpPr/>
            <p:nvPr/>
          </p:nvSpPr>
          <p:spPr>
            <a:xfrm>
              <a:off x="608607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20" y="0"/>
                  </a:moveTo>
                  <a:lnTo>
                    <a:pt x="1" y="37"/>
                  </a:lnTo>
                  <a:lnTo>
                    <a:pt x="1" y="2029"/>
                  </a:lnTo>
                  <a:lnTo>
                    <a:pt x="20" y="204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44"/>
            <p:cNvSpPr/>
            <p:nvPr/>
          </p:nvSpPr>
          <p:spPr>
            <a:xfrm>
              <a:off x="6086550" y="2035575"/>
              <a:ext cx="500" cy="52150"/>
            </a:xfrm>
            <a:custGeom>
              <a:avLst/>
              <a:gdLst/>
              <a:ahLst/>
              <a:cxnLst/>
              <a:rect l="l" t="t" r="r" b="b"/>
              <a:pathLst>
                <a:path w="20" h="2086" extrusionOk="0">
                  <a:moveTo>
                    <a:pt x="19" y="1"/>
                  </a:moveTo>
                  <a:lnTo>
                    <a:pt x="1" y="19"/>
                  </a:lnTo>
                  <a:lnTo>
                    <a:pt x="1" y="2066"/>
                  </a:lnTo>
                  <a:lnTo>
                    <a:pt x="19" y="20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44"/>
            <p:cNvSpPr/>
            <p:nvPr/>
          </p:nvSpPr>
          <p:spPr>
            <a:xfrm>
              <a:off x="6087025" y="2035125"/>
              <a:ext cx="475" cy="53050"/>
            </a:xfrm>
            <a:custGeom>
              <a:avLst/>
              <a:gdLst/>
              <a:ahLst/>
              <a:cxnLst/>
              <a:rect l="l" t="t" r="r" b="b"/>
              <a:pathLst>
                <a:path w="19" h="2122" extrusionOk="0">
                  <a:moveTo>
                    <a:pt x="19" y="0"/>
                  </a:moveTo>
                  <a:lnTo>
                    <a:pt x="0" y="19"/>
                  </a:lnTo>
                  <a:lnTo>
                    <a:pt x="0" y="2103"/>
                  </a:lnTo>
                  <a:lnTo>
                    <a:pt x="19" y="212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44"/>
            <p:cNvSpPr/>
            <p:nvPr/>
          </p:nvSpPr>
          <p:spPr>
            <a:xfrm>
              <a:off x="608747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9" y="0"/>
                  </a:moveTo>
                  <a:lnTo>
                    <a:pt x="1" y="19"/>
                  </a:lnTo>
                  <a:lnTo>
                    <a:pt x="1" y="2141"/>
                  </a:lnTo>
                  <a:lnTo>
                    <a:pt x="19" y="217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44"/>
            <p:cNvSpPr/>
            <p:nvPr/>
          </p:nvSpPr>
          <p:spPr>
            <a:xfrm>
              <a:off x="608795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38" y="1"/>
                  </a:moveTo>
                  <a:lnTo>
                    <a:pt x="0" y="19"/>
                  </a:lnTo>
                  <a:lnTo>
                    <a:pt x="0" y="2197"/>
                  </a:lnTo>
                  <a:lnTo>
                    <a:pt x="38" y="2215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44"/>
            <p:cNvSpPr/>
            <p:nvPr/>
          </p:nvSpPr>
          <p:spPr>
            <a:xfrm>
              <a:off x="6088875" y="2033725"/>
              <a:ext cx="500" cy="56325"/>
            </a:xfrm>
            <a:custGeom>
              <a:avLst/>
              <a:gdLst/>
              <a:ahLst/>
              <a:cxnLst/>
              <a:rect l="l" t="t" r="r" b="b"/>
              <a:pathLst>
                <a:path w="20" h="2253" extrusionOk="0">
                  <a:moveTo>
                    <a:pt x="19" y="0"/>
                  </a:moveTo>
                  <a:lnTo>
                    <a:pt x="1" y="19"/>
                  </a:lnTo>
                  <a:lnTo>
                    <a:pt x="1" y="2233"/>
                  </a:lnTo>
                  <a:lnTo>
                    <a:pt x="19" y="225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44"/>
            <p:cNvSpPr/>
            <p:nvPr/>
          </p:nvSpPr>
          <p:spPr>
            <a:xfrm>
              <a:off x="6089350" y="2032775"/>
              <a:ext cx="475" cy="57725"/>
            </a:xfrm>
            <a:custGeom>
              <a:avLst/>
              <a:gdLst/>
              <a:ahLst/>
              <a:cxnLst/>
              <a:rect l="l" t="t" r="r" b="b"/>
              <a:pathLst>
                <a:path w="19" h="2309" extrusionOk="0">
                  <a:moveTo>
                    <a:pt x="19" y="1"/>
                  </a:moveTo>
                  <a:lnTo>
                    <a:pt x="0" y="38"/>
                  </a:lnTo>
                  <a:lnTo>
                    <a:pt x="0" y="2290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44"/>
            <p:cNvSpPr/>
            <p:nvPr/>
          </p:nvSpPr>
          <p:spPr>
            <a:xfrm>
              <a:off x="6089800" y="2032775"/>
              <a:ext cx="500" cy="58200"/>
            </a:xfrm>
            <a:custGeom>
              <a:avLst/>
              <a:gdLst/>
              <a:ahLst/>
              <a:cxnLst/>
              <a:rect l="l" t="t" r="r" b="b"/>
              <a:pathLst>
                <a:path w="20" h="2328" extrusionOk="0">
                  <a:moveTo>
                    <a:pt x="1" y="1"/>
                  </a:moveTo>
                  <a:lnTo>
                    <a:pt x="1" y="2309"/>
                  </a:lnTo>
                  <a:lnTo>
                    <a:pt x="19" y="2327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44"/>
            <p:cNvSpPr/>
            <p:nvPr/>
          </p:nvSpPr>
          <p:spPr>
            <a:xfrm>
              <a:off x="6090275" y="2032775"/>
              <a:ext cx="500" cy="57725"/>
            </a:xfrm>
            <a:custGeom>
              <a:avLst/>
              <a:gdLst/>
              <a:ahLst/>
              <a:cxnLst/>
              <a:rect l="l" t="t" r="r" b="b"/>
              <a:pathLst>
                <a:path w="20" h="2309" extrusionOk="0">
                  <a:moveTo>
                    <a:pt x="0" y="1"/>
                  </a:moveTo>
                  <a:lnTo>
                    <a:pt x="0" y="2309"/>
                  </a:lnTo>
                  <a:lnTo>
                    <a:pt x="19" y="229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44"/>
            <p:cNvSpPr/>
            <p:nvPr/>
          </p:nvSpPr>
          <p:spPr>
            <a:xfrm>
              <a:off x="6090750" y="2033250"/>
              <a:ext cx="475" cy="56800"/>
            </a:xfrm>
            <a:custGeom>
              <a:avLst/>
              <a:gdLst/>
              <a:ahLst/>
              <a:cxnLst/>
              <a:rect l="l" t="t" r="r" b="b"/>
              <a:pathLst>
                <a:path w="19" h="2272" extrusionOk="0">
                  <a:moveTo>
                    <a:pt x="0" y="1"/>
                  </a:moveTo>
                  <a:lnTo>
                    <a:pt x="0" y="2271"/>
                  </a:lnTo>
                  <a:lnTo>
                    <a:pt x="19" y="2252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44"/>
            <p:cNvSpPr/>
            <p:nvPr/>
          </p:nvSpPr>
          <p:spPr>
            <a:xfrm>
              <a:off x="609120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1" y="1"/>
                  </a:moveTo>
                  <a:lnTo>
                    <a:pt x="1" y="2215"/>
                  </a:lnTo>
                  <a:lnTo>
                    <a:pt x="38" y="2197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44"/>
            <p:cNvSpPr/>
            <p:nvPr/>
          </p:nvSpPr>
          <p:spPr>
            <a:xfrm>
              <a:off x="609212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" y="0"/>
                  </a:moveTo>
                  <a:lnTo>
                    <a:pt x="1" y="2178"/>
                  </a:lnTo>
                  <a:lnTo>
                    <a:pt x="20" y="214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44"/>
            <p:cNvSpPr/>
            <p:nvPr/>
          </p:nvSpPr>
          <p:spPr>
            <a:xfrm>
              <a:off x="6092600" y="2035125"/>
              <a:ext cx="500" cy="53050"/>
            </a:xfrm>
            <a:custGeom>
              <a:avLst/>
              <a:gdLst/>
              <a:ahLst/>
              <a:cxnLst/>
              <a:rect l="l" t="t" r="r" b="b"/>
              <a:pathLst>
                <a:path w="20" h="2122" extrusionOk="0">
                  <a:moveTo>
                    <a:pt x="1" y="0"/>
                  </a:moveTo>
                  <a:lnTo>
                    <a:pt x="1" y="2122"/>
                  </a:lnTo>
                  <a:lnTo>
                    <a:pt x="19" y="21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44"/>
            <p:cNvSpPr/>
            <p:nvPr/>
          </p:nvSpPr>
          <p:spPr>
            <a:xfrm>
              <a:off x="6093075" y="2035575"/>
              <a:ext cx="475" cy="52150"/>
            </a:xfrm>
            <a:custGeom>
              <a:avLst/>
              <a:gdLst/>
              <a:ahLst/>
              <a:cxnLst/>
              <a:rect l="l" t="t" r="r" b="b"/>
              <a:pathLst>
                <a:path w="19" h="2086" extrusionOk="0">
                  <a:moveTo>
                    <a:pt x="0" y="1"/>
                  </a:moveTo>
                  <a:lnTo>
                    <a:pt x="0" y="2085"/>
                  </a:lnTo>
                  <a:lnTo>
                    <a:pt x="19" y="206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44"/>
            <p:cNvSpPr/>
            <p:nvPr/>
          </p:nvSpPr>
          <p:spPr>
            <a:xfrm>
              <a:off x="609352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1" y="0"/>
                  </a:moveTo>
                  <a:lnTo>
                    <a:pt x="1" y="2047"/>
                  </a:lnTo>
                  <a:lnTo>
                    <a:pt x="19" y="2029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44"/>
            <p:cNvSpPr/>
            <p:nvPr/>
          </p:nvSpPr>
          <p:spPr>
            <a:xfrm>
              <a:off x="6094000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0" y="0"/>
                  </a:moveTo>
                  <a:lnTo>
                    <a:pt x="0" y="1992"/>
                  </a:lnTo>
                  <a:lnTo>
                    <a:pt x="19" y="1973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44"/>
            <p:cNvSpPr/>
            <p:nvPr/>
          </p:nvSpPr>
          <p:spPr>
            <a:xfrm>
              <a:off x="6094450" y="2037450"/>
              <a:ext cx="975" cy="48875"/>
            </a:xfrm>
            <a:custGeom>
              <a:avLst/>
              <a:gdLst/>
              <a:ahLst/>
              <a:cxnLst/>
              <a:rect l="l" t="t" r="r" b="b"/>
              <a:pathLst>
                <a:path w="39" h="1955" extrusionOk="0">
                  <a:moveTo>
                    <a:pt x="1" y="0"/>
                  </a:moveTo>
                  <a:lnTo>
                    <a:pt x="1" y="1954"/>
                  </a:lnTo>
                  <a:lnTo>
                    <a:pt x="38" y="1936"/>
                  </a:lnTo>
                  <a:lnTo>
                    <a:pt x="38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44"/>
            <p:cNvSpPr/>
            <p:nvPr/>
          </p:nvSpPr>
          <p:spPr>
            <a:xfrm>
              <a:off x="6095400" y="2037900"/>
              <a:ext cx="475" cy="47950"/>
            </a:xfrm>
            <a:custGeom>
              <a:avLst/>
              <a:gdLst/>
              <a:ahLst/>
              <a:cxnLst/>
              <a:rect l="l" t="t" r="r" b="b"/>
              <a:pathLst>
                <a:path w="19" h="1918" extrusionOk="0">
                  <a:moveTo>
                    <a:pt x="0" y="1"/>
                  </a:moveTo>
                  <a:lnTo>
                    <a:pt x="0" y="1918"/>
                  </a:lnTo>
                  <a:lnTo>
                    <a:pt x="19" y="188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44"/>
            <p:cNvSpPr/>
            <p:nvPr/>
          </p:nvSpPr>
          <p:spPr>
            <a:xfrm>
              <a:off x="60958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1" y="0"/>
                  </a:moveTo>
                  <a:lnTo>
                    <a:pt x="1" y="1861"/>
                  </a:lnTo>
                  <a:lnTo>
                    <a:pt x="19" y="184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44"/>
            <p:cNvSpPr/>
            <p:nvPr/>
          </p:nvSpPr>
          <p:spPr>
            <a:xfrm>
              <a:off x="6096325" y="2038825"/>
              <a:ext cx="500" cy="45625"/>
            </a:xfrm>
            <a:custGeom>
              <a:avLst/>
              <a:gdLst/>
              <a:ahLst/>
              <a:cxnLst/>
              <a:rect l="l" t="t" r="r" b="b"/>
              <a:pathLst>
                <a:path w="20" h="1825" extrusionOk="0">
                  <a:moveTo>
                    <a:pt x="0" y="1"/>
                  </a:moveTo>
                  <a:lnTo>
                    <a:pt x="0" y="1825"/>
                  </a:lnTo>
                  <a:lnTo>
                    <a:pt x="19" y="1806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44"/>
            <p:cNvSpPr/>
            <p:nvPr/>
          </p:nvSpPr>
          <p:spPr>
            <a:xfrm>
              <a:off x="6096800" y="2039300"/>
              <a:ext cx="475" cy="44700"/>
            </a:xfrm>
            <a:custGeom>
              <a:avLst/>
              <a:gdLst/>
              <a:ahLst/>
              <a:cxnLst/>
              <a:rect l="l" t="t" r="r" b="b"/>
              <a:pathLst>
                <a:path w="19" h="1788" extrusionOk="0">
                  <a:moveTo>
                    <a:pt x="0" y="1"/>
                  </a:moveTo>
                  <a:lnTo>
                    <a:pt x="0" y="1787"/>
                  </a:lnTo>
                  <a:lnTo>
                    <a:pt x="19" y="1769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44"/>
            <p:cNvSpPr/>
            <p:nvPr/>
          </p:nvSpPr>
          <p:spPr>
            <a:xfrm>
              <a:off x="6097250" y="2040225"/>
              <a:ext cx="500" cy="43300"/>
            </a:xfrm>
            <a:custGeom>
              <a:avLst/>
              <a:gdLst/>
              <a:ahLst/>
              <a:cxnLst/>
              <a:rect l="l" t="t" r="r" b="b"/>
              <a:pathLst>
                <a:path w="20" h="1732" extrusionOk="0">
                  <a:moveTo>
                    <a:pt x="1" y="1"/>
                  </a:moveTo>
                  <a:lnTo>
                    <a:pt x="1" y="1732"/>
                  </a:lnTo>
                  <a:lnTo>
                    <a:pt x="19" y="1713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44"/>
            <p:cNvSpPr/>
            <p:nvPr/>
          </p:nvSpPr>
          <p:spPr>
            <a:xfrm>
              <a:off x="6097725" y="2040700"/>
              <a:ext cx="950" cy="42350"/>
            </a:xfrm>
            <a:custGeom>
              <a:avLst/>
              <a:gdLst/>
              <a:ahLst/>
              <a:cxnLst/>
              <a:rect l="l" t="t" r="r" b="b"/>
              <a:pathLst>
                <a:path w="3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37" y="1675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44"/>
            <p:cNvSpPr/>
            <p:nvPr/>
          </p:nvSpPr>
          <p:spPr>
            <a:xfrm>
              <a:off x="6098650" y="2041150"/>
              <a:ext cx="500" cy="41450"/>
            </a:xfrm>
            <a:custGeom>
              <a:avLst/>
              <a:gdLst/>
              <a:ahLst/>
              <a:cxnLst/>
              <a:rect l="l" t="t" r="r" b="b"/>
              <a:pathLst>
                <a:path w="20" h="1658" extrusionOk="0">
                  <a:moveTo>
                    <a:pt x="0" y="1"/>
                  </a:moveTo>
                  <a:lnTo>
                    <a:pt x="0" y="1657"/>
                  </a:lnTo>
                  <a:lnTo>
                    <a:pt x="19" y="162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44"/>
            <p:cNvSpPr/>
            <p:nvPr/>
          </p:nvSpPr>
          <p:spPr>
            <a:xfrm>
              <a:off x="6099125" y="2041625"/>
              <a:ext cx="475" cy="40050"/>
            </a:xfrm>
            <a:custGeom>
              <a:avLst/>
              <a:gdLst/>
              <a:ahLst/>
              <a:cxnLst/>
              <a:rect l="l" t="t" r="r" b="b"/>
              <a:pathLst>
                <a:path w="19" h="1602" extrusionOk="0">
                  <a:moveTo>
                    <a:pt x="0" y="1"/>
                  </a:moveTo>
                  <a:lnTo>
                    <a:pt x="0" y="1601"/>
                  </a:lnTo>
                  <a:lnTo>
                    <a:pt x="19" y="158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44"/>
            <p:cNvSpPr/>
            <p:nvPr/>
          </p:nvSpPr>
          <p:spPr>
            <a:xfrm>
              <a:off x="6099575" y="2042100"/>
              <a:ext cx="500" cy="39100"/>
            </a:xfrm>
            <a:custGeom>
              <a:avLst/>
              <a:gdLst/>
              <a:ahLst/>
              <a:cxnLst/>
              <a:rect l="l" t="t" r="r" b="b"/>
              <a:pathLst>
                <a:path w="20" h="1564" extrusionOk="0">
                  <a:moveTo>
                    <a:pt x="1" y="0"/>
                  </a:moveTo>
                  <a:lnTo>
                    <a:pt x="1" y="1563"/>
                  </a:lnTo>
                  <a:lnTo>
                    <a:pt x="19" y="1545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44"/>
            <p:cNvSpPr/>
            <p:nvPr/>
          </p:nvSpPr>
          <p:spPr>
            <a:xfrm>
              <a:off x="6100050" y="2042550"/>
              <a:ext cx="475" cy="38175"/>
            </a:xfrm>
            <a:custGeom>
              <a:avLst/>
              <a:gdLst/>
              <a:ahLst/>
              <a:cxnLst/>
              <a:rect l="l" t="t" r="r" b="b"/>
              <a:pathLst>
                <a:path w="19" h="1527" extrusionOk="0">
                  <a:moveTo>
                    <a:pt x="0" y="1"/>
                  </a:moveTo>
                  <a:lnTo>
                    <a:pt x="0" y="1527"/>
                  </a:lnTo>
                  <a:lnTo>
                    <a:pt x="19" y="1508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44"/>
            <p:cNvSpPr/>
            <p:nvPr/>
          </p:nvSpPr>
          <p:spPr>
            <a:xfrm>
              <a:off x="61005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" y="0"/>
                  </a:moveTo>
                  <a:lnTo>
                    <a:pt x="1" y="1470"/>
                  </a:lnTo>
                  <a:lnTo>
                    <a:pt x="20" y="1452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44"/>
            <p:cNvSpPr/>
            <p:nvPr/>
          </p:nvSpPr>
          <p:spPr>
            <a:xfrm>
              <a:off x="61009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1" y="1"/>
                  </a:moveTo>
                  <a:lnTo>
                    <a:pt x="1" y="1434"/>
                  </a:lnTo>
                  <a:lnTo>
                    <a:pt x="38" y="1415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44"/>
            <p:cNvSpPr/>
            <p:nvPr/>
          </p:nvSpPr>
          <p:spPr>
            <a:xfrm>
              <a:off x="61019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1" y="0"/>
                  </a:moveTo>
                  <a:lnTo>
                    <a:pt x="1" y="1396"/>
                  </a:lnTo>
                  <a:lnTo>
                    <a:pt x="19" y="1359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44"/>
            <p:cNvSpPr/>
            <p:nvPr/>
          </p:nvSpPr>
          <p:spPr>
            <a:xfrm>
              <a:off x="6102375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0" y="1"/>
                  </a:moveTo>
                  <a:lnTo>
                    <a:pt x="0" y="1341"/>
                  </a:lnTo>
                  <a:lnTo>
                    <a:pt x="19" y="132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44"/>
            <p:cNvSpPr/>
            <p:nvPr/>
          </p:nvSpPr>
          <p:spPr>
            <a:xfrm>
              <a:off x="610282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" y="0"/>
                  </a:moveTo>
                  <a:lnTo>
                    <a:pt x="1" y="1303"/>
                  </a:lnTo>
                  <a:lnTo>
                    <a:pt x="20" y="1285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44"/>
            <p:cNvSpPr/>
            <p:nvPr/>
          </p:nvSpPr>
          <p:spPr>
            <a:xfrm>
              <a:off x="6103300" y="2045825"/>
              <a:ext cx="500" cy="31650"/>
            </a:xfrm>
            <a:custGeom>
              <a:avLst/>
              <a:gdLst/>
              <a:ahLst/>
              <a:cxnLst/>
              <a:rect l="l" t="t" r="r" b="b"/>
              <a:pathLst>
                <a:path w="20" h="1266" extrusionOk="0">
                  <a:moveTo>
                    <a:pt x="1" y="0"/>
                  </a:moveTo>
                  <a:lnTo>
                    <a:pt x="1" y="1266"/>
                  </a:lnTo>
                  <a:lnTo>
                    <a:pt x="19" y="1247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44"/>
            <p:cNvSpPr/>
            <p:nvPr/>
          </p:nvSpPr>
          <p:spPr>
            <a:xfrm>
              <a:off x="6103775" y="2046750"/>
              <a:ext cx="475" cy="30250"/>
            </a:xfrm>
            <a:custGeom>
              <a:avLst/>
              <a:gdLst/>
              <a:ahLst/>
              <a:cxnLst/>
              <a:rect l="l" t="t" r="r" b="b"/>
              <a:pathLst>
                <a:path w="19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9" y="1191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44"/>
            <p:cNvSpPr/>
            <p:nvPr/>
          </p:nvSpPr>
          <p:spPr>
            <a:xfrm>
              <a:off x="61042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1" y="1"/>
                  </a:moveTo>
                  <a:lnTo>
                    <a:pt x="1" y="1173"/>
                  </a:lnTo>
                  <a:lnTo>
                    <a:pt x="38" y="1155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44"/>
            <p:cNvSpPr/>
            <p:nvPr/>
          </p:nvSpPr>
          <p:spPr>
            <a:xfrm>
              <a:off x="6105175" y="2047675"/>
              <a:ext cx="475" cy="28400"/>
            </a:xfrm>
            <a:custGeom>
              <a:avLst/>
              <a:gdLst/>
              <a:ahLst/>
              <a:cxnLst/>
              <a:rect l="l" t="t" r="r" b="b"/>
              <a:pathLst>
                <a:path w="19" h="1136" extrusionOk="0">
                  <a:moveTo>
                    <a:pt x="0" y="1"/>
                  </a:moveTo>
                  <a:lnTo>
                    <a:pt x="0" y="1136"/>
                  </a:lnTo>
                  <a:lnTo>
                    <a:pt x="19" y="1099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44"/>
            <p:cNvSpPr/>
            <p:nvPr/>
          </p:nvSpPr>
          <p:spPr>
            <a:xfrm>
              <a:off x="6105625" y="2048150"/>
              <a:ext cx="500" cy="27000"/>
            </a:xfrm>
            <a:custGeom>
              <a:avLst/>
              <a:gdLst/>
              <a:ahLst/>
              <a:cxnLst/>
              <a:rect l="l" t="t" r="r" b="b"/>
              <a:pathLst>
                <a:path w="20" h="1080" extrusionOk="0">
                  <a:moveTo>
                    <a:pt x="1" y="0"/>
                  </a:moveTo>
                  <a:lnTo>
                    <a:pt x="1" y="1080"/>
                  </a:lnTo>
                  <a:lnTo>
                    <a:pt x="19" y="1061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44"/>
            <p:cNvSpPr/>
            <p:nvPr/>
          </p:nvSpPr>
          <p:spPr>
            <a:xfrm>
              <a:off x="6106100" y="2048600"/>
              <a:ext cx="475" cy="26075"/>
            </a:xfrm>
            <a:custGeom>
              <a:avLst/>
              <a:gdLst/>
              <a:ahLst/>
              <a:cxnLst/>
              <a:rect l="l" t="t" r="r" b="b"/>
              <a:pathLst>
                <a:path w="19" h="1043" extrusionOk="0">
                  <a:moveTo>
                    <a:pt x="0" y="1"/>
                  </a:moveTo>
                  <a:lnTo>
                    <a:pt x="0" y="1043"/>
                  </a:lnTo>
                  <a:lnTo>
                    <a:pt x="19" y="1024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4"/>
            <p:cNvSpPr/>
            <p:nvPr/>
          </p:nvSpPr>
          <p:spPr>
            <a:xfrm>
              <a:off x="61065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" y="0"/>
                  </a:moveTo>
                  <a:lnTo>
                    <a:pt x="1" y="1005"/>
                  </a:lnTo>
                  <a:lnTo>
                    <a:pt x="19" y="987"/>
                  </a:lnTo>
                  <a:lnTo>
                    <a:pt x="19" y="38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4"/>
            <p:cNvSpPr/>
            <p:nvPr/>
          </p:nvSpPr>
          <p:spPr>
            <a:xfrm>
              <a:off x="6107025" y="2050000"/>
              <a:ext cx="500" cy="23750"/>
            </a:xfrm>
            <a:custGeom>
              <a:avLst/>
              <a:gdLst/>
              <a:ahLst/>
              <a:cxnLst/>
              <a:rect l="l" t="t" r="r" b="b"/>
              <a:pathLst>
                <a:path w="20" h="950" extrusionOk="0">
                  <a:moveTo>
                    <a:pt x="0" y="1"/>
                  </a:moveTo>
                  <a:lnTo>
                    <a:pt x="0" y="950"/>
                  </a:lnTo>
                  <a:lnTo>
                    <a:pt x="19" y="931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4"/>
            <p:cNvSpPr/>
            <p:nvPr/>
          </p:nvSpPr>
          <p:spPr>
            <a:xfrm>
              <a:off x="6107500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0" y="0"/>
                  </a:moveTo>
                  <a:lnTo>
                    <a:pt x="0" y="912"/>
                  </a:lnTo>
                  <a:lnTo>
                    <a:pt x="37" y="893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4"/>
            <p:cNvSpPr/>
            <p:nvPr/>
          </p:nvSpPr>
          <p:spPr>
            <a:xfrm>
              <a:off x="6108425" y="2050925"/>
              <a:ext cx="475" cy="21900"/>
            </a:xfrm>
            <a:custGeom>
              <a:avLst/>
              <a:gdLst/>
              <a:ahLst/>
              <a:cxnLst/>
              <a:rect l="l" t="t" r="r" b="b"/>
              <a:pathLst>
                <a:path w="19" h="876" extrusionOk="0">
                  <a:moveTo>
                    <a:pt x="0" y="1"/>
                  </a:moveTo>
                  <a:lnTo>
                    <a:pt x="0" y="875"/>
                  </a:lnTo>
                  <a:lnTo>
                    <a:pt x="19" y="838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4"/>
            <p:cNvSpPr/>
            <p:nvPr/>
          </p:nvSpPr>
          <p:spPr>
            <a:xfrm>
              <a:off x="610887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" y="0"/>
                  </a:moveTo>
                  <a:lnTo>
                    <a:pt x="1" y="819"/>
                  </a:lnTo>
                  <a:lnTo>
                    <a:pt x="20" y="80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44"/>
            <p:cNvSpPr/>
            <p:nvPr/>
          </p:nvSpPr>
          <p:spPr>
            <a:xfrm>
              <a:off x="6109350" y="2051875"/>
              <a:ext cx="500" cy="19550"/>
            </a:xfrm>
            <a:custGeom>
              <a:avLst/>
              <a:gdLst/>
              <a:ahLst/>
              <a:cxnLst/>
              <a:rect l="l" t="t" r="r" b="b"/>
              <a:pathLst>
                <a:path w="20" h="782" extrusionOk="0">
                  <a:moveTo>
                    <a:pt x="1" y="0"/>
                  </a:moveTo>
                  <a:lnTo>
                    <a:pt x="1" y="782"/>
                  </a:lnTo>
                  <a:lnTo>
                    <a:pt x="19" y="76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44"/>
            <p:cNvSpPr/>
            <p:nvPr/>
          </p:nvSpPr>
          <p:spPr>
            <a:xfrm>
              <a:off x="6109825" y="2052325"/>
              <a:ext cx="475" cy="18650"/>
            </a:xfrm>
            <a:custGeom>
              <a:avLst/>
              <a:gdLst/>
              <a:ahLst/>
              <a:cxnLst/>
              <a:rect l="l" t="t" r="r" b="b"/>
              <a:pathLst>
                <a:path w="19" h="746" extrusionOk="0">
                  <a:moveTo>
                    <a:pt x="0" y="1"/>
                  </a:moveTo>
                  <a:lnTo>
                    <a:pt x="0" y="745"/>
                  </a:lnTo>
                  <a:lnTo>
                    <a:pt x="19" y="72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44"/>
            <p:cNvSpPr/>
            <p:nvPr/>
          </p:nvSpPr>
          <p:spPr>
            <a:xfrm>
              <a:off x="611027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1" y="1"/>
                  </a:moveTo>
                  <a:lnTo>
                    <a:pt x="1" y="689"/>
                  </a:lnTo>
                  <a:lnTo>
                    <a:pt x="19" y="671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44"/>
            <p:cNvSpPr/>
            <p:nvPr/>
          </p:nvSpPr>
          <p:spPr>
            <a:xfrm>
              <a:off x="611075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0" y="0"/>
                  </a:moveTo>
                  <a:lnTo>
                    <a:pt x="0" y="652"/>
                  </a:lnTo>
                  <a:lnTo>
                    <a:pt x="38" y="633"/>
                  </a:lnTo>
                  <a:lnTo>
                    <a:pt x="38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44"/>
            <p:cNvSpPr/>
            <p:nvPr/>
          </p:nvSpPr>
          <p:spPr>
            <a:xfrm>
              <a:off x="6111675" y="2054200"/>
              <a:ext cx="500" cy="15375"/>
            </a:xfrm>
            <a:custGeom>
              <a:avLst/>
              <a:gdLst/>
              <a:ahLst/>
              <a:cxnLst/>
              <a:rect l="l" t="t" r="r" b="b"/>
              <a:pathLst>
                <a:path w="20" h="615" extrusionOk="0">
                  <a:moveTo>
                    <a:pt x="1" y="0"/>
                  </a:moveTo>
                  <a:lnTo>
                    <a:pt x="1" y="614"/>
                  </a:lnTo>
                  <a:lnTo>
                    <a:pt x="19" y="57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44"/>
            <p:cNvSpPr/>
            <p:nvPr/>
          </p:nvSpPr>
          <p:spPr>
            <a:xfrm>
              <a:off x="6112150" y="2054650"/>
              <a:ext cx="475" cy="13975"/>
            </a:xfrm>
            <a:custGeom>
              <a:avLst/>
              <a:gdLst/>
              <a:ahLst/>
              <a:cxnLst/>
              <a:rect l="l" t="t" r="r" b="b"/>
              <a:pathLst>
                <a:path w="19" h="559" extrusionOk="0">
                  <a:moveTo>
                    <a:pt x="0" y="1"/>
                  </a:moveTo>
                  <a:lnTo>
                    <a:pt x="0" y="559"/>
                  </a:lnTo>
                  <a:lnTo>
                    <a:pt x="19" y="54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44"/>
            <p:cNvSpPr/>
            <p:nvPr/>
          </p:nvSpPr>
          <p:spPr>
            <a:xfrm>
              <a:off x="61126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1" y="0"/>
                  </a:moveTo>
                  <a:lnTo>
                    <a:pt x="1" y="521"/>
                  </a:lnTo>
                  <a:lnTo>
                    <a:pt x="19" y="5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44"/>
            <p:cNvSpPr/>
            <p:nvPr/>
          </p:nvSpPr>
          <p:spPr>
            <a:xfrm>
              <a:off x="6113075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0" y="1"/>
                  </a:moveTo>
                  <a:lnTo>
                    <a:pt x="0" y="485"/>
                  </a:lnTo>
                  <a:lnTo>
                    <a:pt x="19" y="46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44"/>
            <p:cNvSpPr/>
            <p:nvPr/>
          </p:nvSpPr>
          <p:spPr>
            <a:xfrm>
              <a:off x="6113550" y="2056525"/>
              <a:ext cx="475" cy="10725"/>
            </a:xfrm>
            <a:custGeom>
              <a:avLst/>
              <a:gdLst/>
              <a:ahLst/>
              <a:cxnLst/>
              <a:rect l="l" t="t" r="r" b="b"/>
              <a:pathLst>
                <a:path w="19" h="429" extrusionOk="0">
                  <a:moveTo>
                    <a:pt x="0" y="0"/>
                  </a:moveTo>
                  <a:lnTo>
                    <a:pt x="0" y="428"/>
                  </a:lnTo>
                  <a:lnTo>
                    <a:pt x="19" y="410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44"/>
            <p:cNvSpPr/>
            <p:nvPr/>
          </p:nvSpPr>
          <p:spPr>
            <a:xfrm>
              <a:off x="611400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1" y="1"/>
                  </a:moveTo>
                  <a:lnTo>
                    <a:pt x="1" y="392"/>
                  </a:lnTo>
                  <a:lnTo>
                    <a:pt x="38" y="373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44"/>
            <p:cNvSpPr/>
            <p:nvPr/>
          </p:nvSpPr>
          <p:spPr>
            <a:xfrm>
              <a:off x="611492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" y="0"/>
                  </a:moveTo>
                  <a:lnTo>
                    <a:pt x="1" y="354"/>
                  </a:lnTo>
                  <a:lnTo>
                    <a:pt x="19" y="31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44"/>
            <p:cNvSpPr/>
            <p:nvPr/>
          </p:nvSpPr>
          <p:spPr>
            <a:xfrm>
              <a:off x="6115400" y="2057900"/>
              <a:ext cx="500" cy="7475"/>
            </a:xfrm>
            <a:custGeom>
              <a:avLst/>
              <a:gdLst/>
              <a:ahLst/>
              <a:cxnLst/>
              <a:rect l="l" t="t" r="r" b="b"/>
              <a:pathLst>
                <a:path w="20" h="299" extrusionOk="0">
                  <a:moveTo>
                    <a:pt x="0" y="1"/>
                  </a:moveTo>
                  <a:lnTo>
                    <a:pt x="0" y="299"/>
                  </a:lnTo>
                  <a:lnTo>
                    <a:pt x="19" y="28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44"/>
            <p:cNvSpPr/>
            <p:nvPr/>
          </p:nvSpPr>
          <p:spPr>
            <a:xfrm>
              <a:off x="6115875" y="2058375"/>
              <a:ext cx="475" cy="6550"/>
            </a:xfrm>
            <a:custGeom>
              <a:avLst/>
              <a:gdLst/>
              <a:ahLst/>
              <a:cxnLst/>
              <a:rect l="l" t="t" r="r" b="b"/>
              <a:pathLst>
                <a:path w="19" h="262" extrusionOk="0">
                  <a:moveTo>
                    <a:pt x="0" y="1"/>
                  </a:moveTo>
                  <a:lnTo>
                    <a:pt x="0" y="261"/>
                  </a:lnTo>
                  <a:lnTo>
                    <a:pt x="19" y="24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44"/>
            <p:cNvSpPr/>
            <p:nvPr/>
          </p:nvSpPr>
          <p:spPr>
            <a:xfrm>
              <a:off x="6116325" y="2058850"/>
              <a:ext cx="500" cy="5600"/>
            </a:xfrm>
            <a:custGeom>
              <a:avLst/>
              <a:gdLst/>
              <a:ahLst/>
              <a:cxnLst/>
              <a:rect l="l" t="t" r="r" b="b"/>
              <a:pathLst>
                <a:path w="20" h="224" extrusionOk="0">
                  <a:moveTo>
                    <a:pt x="1" y="0"/>
                  </a:moveTo>
                  <a:lnTo>
                    <a:pt x="1" y="223"/>
                  </a:lnTo>
                  <a:lnTo>
                    <a:pt x="19" y="205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44"/>
            <p:cNvSpPr/>
            <p:nvPr/>
          </p:nvSpPr>
          <p:spPr>
            <a:xfrm>
              <a:off x="6116800" y="2059775"/>
              <a:ext cx="475" cy="4200"/>
            </a:xfrm>
            <a:custGeom>
              <a:avLst/>
              <a:gdLst/>
              <a:ahLst/>
              <a:cxnLst/>
              <a:rect l="l" t="t" r="r" b="b"/>
              <a:pathLst>
                <a:path w="19" h="168" extrusionOk="0">
                  <a:moveTo>
                    <a:pt x="0" y="0"/>
                  </a:moveTo>
                  <a:lnTo>
                    <a:pt x="0" y="168"/>
                  </a:lnTo>
                  <a:lnTo>
                    <a:pt x="19" y="149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44"/>
            <p:cNvSpPr/>
            <p:nvPr/>
          </p:nvSpPr>
          <p:spPr>
            <a:xfrm>
              <a:off x="6117250" y="2060225"/>
              <a:ext cx="975" cy="3300"/>
            </a:xfrm>
            <a:custGeom>
              <a:avLst/>
              <a:gdLst/>
              <a:ahLst/>
              <a:cxnLst/>
              <a:rect l="l" t="t" r="r" b="b"/>
              <a:pathLst>
                <a:path w="39" h="132" extrusionOk="0">
                  <a:moveTo>
                    <a:pt x="1" y="1"/>
                  </a:moveTo>
                  <a:lnTo>
                    <a:pt x="1" y="131"/>
                  </a:lnTo>
                  <a:lnTo>
                    <a:pt x="38" y="113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44"/>
            <p:cNvSpPr/>
            <p:nvPr/>
          </p:nvSpPr>
          <p:spPr>
            <a:xfrm>
              <a:off x="6118200" y="2060700"/>
              <a:ext cx="475" cy="2350"/>
            </a:xfrm>
            <a:custGeom>
              <a:avLst/>
              <a:gdLst/>
              <a:ahLst/>
              <a:cxnLst/>
              <a:rect l="l" t="t" r="r" b="b"/>
              <a:pathLst>
                <a:path w="19" h="94" extrusionOk="0">
                  <a:moveTo>
                    <a:pt x="0" y="1"/>
                  </a:moveTo>
                  <a:lnTo>
                    <a:pt x="0" y="94"/>
                  </a:lnTo>
                  <a:lnTo>
                    <a:pt x="19" y="5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44"/>
            <p:cNvSpPr/>
            <p:nvPr/>
          </p:nvSpPr>
          <p:spPr>
            <a:xfrm>
              <a:off x="61186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1" y="0"/>
                  </a:moveTo>
                  <a:lnTo>
                    <a:pt x="1" y="3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44"/>
            <p:cNvSpPr/>
            <p:nvPr/>
          </p:nvSpPr>
          <p:spPr>
            <a:xfrm>
              <a:off x="5774825" y="2299850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0" name="Google Shape;400;p44"/>
          <p:cNvSpPr txBox="1">
            <a:spLocks noGrp="1"/>
          </p:cNvSpPr>
          <p:nvPr>
            <p:ph type="title" idx="13"/>
          </p:nvPr>
        </p:nvSpPr>
        <p:spPr>
          <a:xfrm>
            <a:off x="5045351" y="3272625"/>
            <a:ext cx="25743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1" name="Google Shape;401;p44"/>
          <p:cNvSpPr txBox="1">
            <a:spLocks noGrp="1"/>
          </p:cNvSpPr>
          <p:nvPr>
            <p:ph type="subTitle" idx="14"/>
          </p:nvPr>
        </p:nvSpPr>
        <p:spPr>
          <a:xfrm>
            <a:off x="5045342" y="3709900"/>
            <a:ext cx="25743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44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680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6"/>
          <p:cNvSpPr txBox="1">
            <a:spLocks noGrp="1"/>
          </p:cNvSpPr>
          <p:nvPr>
            <p:ph type="title"/>
          </p:nvPr>
        </p:nvSpPr>
        <p:spPr>
          <a:xfrm>
            <a:off x="5449425" y="1593575"/>
            <a:ext cx="2998800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1"/>
          </p:nvPr>
        </p:nvSpPr>
        <p:spPr>
          <a:xfrm>
            <a:off x="5449425" y="3203575"/>
            <a:ext cx="2998800" cy="6042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 b="1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5" name="Google Shape;445;p46"/>
          <p:cNvSpPr txBox="1">
            <a:spLocks noGrp="1"/>
          </p:cNvSpPr>
          <p:nvPr>
            <p:ph type="title" idx="2"/>
          </p:nvPr>
        </p:nvSpPr>
        <p:spPr>
          <a:xfrm>
            <a:off x="3377825" y="15935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grpSp>
        <p:nvGrpSpPr>
          <p:cNvPr id="446" name="Google Shape;446;p46"/>
          <p:cNvGrpSpPr/>
          <p:nvPr/>
        </p:nvGrpSpPr>
        <p:grpSpPr>
          <a:xfrm rot="10800000" flipH="1">
            <a:off x="-1432565" y="-125795"/>
            <a:ext cx="4015313" cy="3884503"/>
            <a:chOff x="5440750" y="1669400"/>
            <a:chExt cx="971525" cy="939875"/>
          </a:xfrm>
        </p:grpSpPr>
        <p:sp>
          <p:nvSpPr>
            <p:cNvPr id="447" name="Google Shape;447;p46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46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46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46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46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46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46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46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46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46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46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674EA7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46"/>
            <p:cNvSpPr/>
            <p:nvPr/>
          </p:nvSpPr>
          <p:spPr>
            <a:xfrm>
              <a:off x="60609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20" y="0"/>
                  </a:moveTo>
                  <a:lnTo>
                    <a:pt x="1" y="19"/>
                  </a:lnTo>
                  <a:lnTo>
                    <a:pt x="20" y="3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46"/>
            <p:cNvSpPr/>
            <p:nvPr/>
          </p:nvSpPr>
          <p:spPr>
            <a:xfrm>
              <a:off x="6061425" y="2060700"/>
              <a:ext cx="500" cy="2350"/>
            </a:xfrm>
            <a:custGeom>
              <a:avLst/>
              <a:gdLst/>
              <a:ahLst/>
              <a:cxnLst/>
              <a:rect l="l" t="t" r="r" b="b"/>
              <a:pathLst>
                <a:path w="20" h="94" extrusionOk="0">
                  <a:moveTo>
                    <a:pt x="19" y="1"/>
                  </a:moveTo>
                  <a:lnTo>
                    <a:pt x="1" y="19"/>
                  </a:lnTo>
                  <a:lnTo>
                    <a:pt x="1" y="56"/>
                  </a:lnTo>
                  <a:lnTo>
                    <a:pt x="19" y="94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46"/>
            <p:cNvSpPr/>
            <p:nvPr/>
          </p:nvSpPr>
          <p:spPr>
            <a:xfrm>
              <a:off x="6061900" y="2060225"/>
              <a:ext cx="950" cy="3300"/>
            </a:xfrm>
            <a:custGeom>
              <a:avLst/>
              <a:gdLst/>
              <a:ahLst/>
              <a:cxnLst/>
              <a:rect l="l" t="t" r="r" b="b"/>
              <a:pathLst>
                <a:path w="38" h="132" extrusionOk="0">
                  <a:moveTo>
                    <a:pt x="37" y="1"/>
                  </a:moveTo>
                  <a:lnTo>
                    <a:pt x="0" y="20"/>
                  </a:lnTo>
                  <a:lnTo>
                    <a:pt x="0" y="113"/>
                  </a:lnTo>
                  <a:lnTo>
                    <a:pt x="37" y="131"/>
                  </a:lnTo>
                  <a:lnTo>
                    <a:pt x="37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46"/>
            <p:cNvSpPr/>
            <p:nvPr/>
          </p:nvSpPr>
          <p:spPr>
            <a:xfrm>
              <a:off x="6062825" y="2059775"/>
              <a:ext cx="500" cy="4200"/>
            </a:xfrm>
            <a:custGeom>
              <a:avLst/>
              <a:gdLst/>
              <a:ahLst/>
              <a:cxnLst/>
              <a:rect l="l" t="t" r="r" b="b"/>
              <a:pathLst>
                <a:path w="20" h="168" extrusionOk="0">
                  <a:moveTo>
                    <a:pt x="19" y="0"/>
                  </a:moveTo>
                  <a:lnTo>
                    <a:pt x="0" y="19"/>
                  </a:lnTo>
                  <a:lnTo>
                    <a:pt x="0" y="149"/>
                  </a:lnTo>
                  <a:lnTo>
                    <a:pt x="19" y="16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46"/>
            <p:cNvSpPr/>
            <p:nvPr/>
          </p:nvSpPr>
          <p:spPr>
            <a:xfrm>
              <a:off x="6063300" y="2058850"/>
              <a:ext cx="475" cy="5600"/>
            </a:xfrm>
            <a:custGeom>
              <a:avLst/>
              <a:gdLst/>
              <a:ahLst/>
              <a:cxnLst/>
              <a:rect l="l" t="t" r="r" b="b"/>
              <a:pathLst>
                <a:path w="19" h="224" extrusionOk="0">
                  <a:moveTo>
                    <a:pt x="19" y="0"/>
                  </a:moveTo>
                  <a:lnTo>
                    <a:pt x="0" y="37"/>
                  </a:lnTo>
                  <a:lnTo>
                    <a:pt x="0" y="205"/>
                  </a:lnTo>
                  <a:lnTo>
                    <a:pt x="19" y="22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46"/>
            <p:cNvSpPr/>
            <p:nvPr/>
          </p:nvSpPr>
          <p:spPr>
            <a:xfrm>
              <a:off x="6063750" y="2058375"/>
              <a:ext cx="500" cy="6550"/>
            </a:xfrm>
            <a:custGeom>
              <a:avLst/>
              <a:gdLst/>
              <a:ahLst/>
              <a:cxnLst/>
              <a:rect l="l" t="t" r="r" b="b"/>
              <a:pathLst>
                <a:path w="20" h="262" extrusionOk="0">
                  <a:moveTo>
                    <a:pt x="19" y="1"/>
                  </a:moveTo>
                  <a:lnTo>
                    <a:pt x="1" y="19"/>
                  </a:lnTo>
                  <a:lnTo>
                    <a:pt x="1" y="242"/>
                  </a:lnTo>
                  <a:lnTo>
                    <a:pt x="19" y="26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46"/>
            <p:cNvSpPr/>
            <p:nvPr/>
          </p:nvSpPr>
          <p:spPr>
            <a:xfrm>
              <a:off x="6064225" y="2057900"/>
              <a:ext cx="475" cy="7475"/>
            </a:xfrm>
            <a:custGeom>
              <a:avLst/>
              <a:gdLst/>
              <a:ahLst/>
              <a:cxnLst/>
              <a:rect l="l" t="t" r="r" b="b"/>
              <a:pathLst>
                <a:path w="19" h="299" extrusionOk="0">
                  <a:moveTo>
                    <a:pt x="19" y="1"/>
                  </a:moveTo>
                  <a:lnTo>
                    <a:pt x="0" y="20"/>
                  </a:lnTo>
                  <a:lnTo>
                    <a:pt x="0" y="280"/>
                  </a:lnTo>
                  <a:lnTo>
                    <a:pt x="19" y="29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46"/>
            <p:cNvSpPr/>
            <p:nvPr/>
          </p:nvSpPr>
          <p:spPr>
            <a:xfrm>
              <a:off x="606467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9" y="0"/>
                  </a:moveTo>
                  <a:lnTo>
                    <a:pt x="1" y="19"/>
                  </a:lnTo>
                  <a:lnTo>
                    <a:pt x="1" y="317"/>
                  </a:lnTo>
                  <a:lnTo>
                    <a:pt x="19" y="35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46"/>
            <p:cNvSpPr/>
            <p:nvPr/>
          </p:nvSpPr>
          <p:spPr>
            <a:xfrm>
              <a:off x="606515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38" y="1"/>
                  </a:moveTo>
                  <a:lnTo>
                    <a:pt x="0" y="19"/>
                  </a:lnTo>
                  <a:lnTo>
                    <a:pt x="0" y="373"/>
                  </a:lnTo>
                  <a:lnTo>
                    <a:pt x="38" y="392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46"/>
            <p:cNvSpPr/>
            <p:nvPr/>
          </p:nvSpPr>
          <p:spPr>
            <a:xfrm>
              <a:off x="6066075" y="2056525"/>
              <a:ext cx="500" cy="10725"/>
            </a:xfrm>
            <a:custGeom>
              <a:avLst/>
              <a:gdLst/>
              <a:ahLst/>
              <a:cxnLst/>
              <a:rect l="l" t="t" r="r" b="b"/>
              <a:pathLst>
                <a:path w="20" h="429" extrusionOk="0">
                  <a:moveTo>
                    <a:pt x="19" y="0"/>
                  </a:moveTo>
                  <a:lnTo>
                    <a:pt x="1" y="19"/>
                  </a:lnTo>
                  <a:lnTo>
                    <a:pt x="1" y="410"/>
                  </a:lnTo>
                  <a:lnTo>
                    <a:pt x="19" y="42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46"/>
            <p:cNvSpPr/>
            <p:nvPr/>
          </p:nvSpPr>
          <p:spPr>
            <a:xfrm>
              <a:off x="6066550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19" y="1"/>
                  </a:moveTo>
                  <a:lnTo>
                    <a:pt x="0" y="38"/>
                  </a:lnTo>
                  <a:lnTo>
                    <a:pt x="0" y="466"/>
                  </a:lnTo>
                  <a:lnTo>
                    <a:pt x="19" y="4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46"/>
            <p:cNvSpPr/>
            <p:nvPr/>
          </p:nvSpPr>
          <p:spPr>
            <a:xfrm>
              <a:off x="60670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20" y="0"/>
                  </a:moveTo>
                  <a:lnTo>
                    <a:pt x="1" y="19"/>
                  </a:lnTo>
                  <a:lnTo>
                    <a:pt x="1" y="503"/>
                  </a:lnTo>
                  <a:lnTo>
                    <a:pt x="20" y="52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46"/>
            <p:cNvSpPr/>
            <p:nvPr/>
          </p:nvSpPr>
          <p:spPr>
            <a:xfrm>
              <a:off x="6067475" y="2054650"/>
              <a:ext cx="500" cy="13975"/>
            </a:xfrm>
            <a:custGeom>
              <a:avLst/>
              <a:gdLst/>
              <a:ahLst/>
              <a:cxnLst/>
              <a:rect l="l" t="t" r="r" b="b"/>
              <a:pathLst>
                <a:path w="20" h="559" extrusionOk="0">
                  <a:moveTo>
                    <a:pt x="19" y="1"/>
                  </a:moveTo>
                  <a:lnTo>
                    <a:pt x="1" y="19"/>
                  </a:lnTo>
                  <a:lnTo>
                    <a:pt x="1" y="540"/>
                  </a:lnTo>
                  <a:lnTo>
                    <a:pt x="19" y="55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46"/>
            <p:cNvSpPr/>
            <p:nvPr/>
          </p:nvSpPr>
          <p:spPr>
            <a:xfrm>
              <a:off x="6067950" y="2054200"/>
              <a:ext cx="475" cy="15375"/>
            </a:xfrm>
            <a:custGeom>
              <a:avLst/>
              <a:gdLst/>
              <a:ahLst/>
              <a:cxnLst/>
              <a:rect l="l" t="t" r="r" b="b"/>
              <a:pathLst>
                <a:path w="19" h="615" extrusionOk="0">
                  <a:moveTo>
                    <a:pt x="19" y="0"/>
                  </a:moveTo>
                  <a:lnTo>
                    <a:pt x="0" y="19"/>
                  </a:lnTo>
                  <a:lnTo>
                    <a:pt x="0" y="577"/>
                  </a:lnTo>
                  <a:lnTo>
                    <a:pt x="19" y="61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46"/>
            <p:cNvSpPr/>
            <p:nvPr/>
          </p:nvSpPr>
          <p:spPr>
            <a:xfrm>
              <a:off x="606840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38" y="0"/>
                  </a:moveTo>
                  <a:lnTo>
                    <a:pt x="1" y="19"/>
                  </a:lnTo>
                  <a:lnTo>
                    <a:pt x="1" y="633"/>
                  </a:lnTo>
                  <a:lnTo>
                    <a:pt x="38" y="652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46"/>
            <p:cNvSpPr/>
            <p:nvPr/>
          </p:nvSpPr>
          <p:spPr>
            <a:xfrm>
              <a:off x="606932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20" y="1"/>
                  </a:moveTo>
                  <a:lnTo>
                    <a:pt x="1" y="19"/>
                  </a:lnTo>
                  <a:lnTo>
                    <a:pt x="1" y="671"/>
                  </a:lnTo>
                  <a:lnTo>
                    <a:pt x="20" y="689"/>
                  </a:lnTo>
                  <a:lnTo>
                    <a:pt x="2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46"/>
            <p:cNvSpPr/>
            <p:nvPr/>
          </p:nvSpPr>
          <p:spPr>
            <a:xfrm>
              <a:off x="6069800" y="2052325"/>
              <a:ext cx="500" cy="18650"/>
            </a:xfrm>
            <a:custGeom>
              <a:avLst/>
              <a:gdLst/>
              <a:ahLst/>
              <a:cxnLst/>
              <a:rect l="l" t="t" r="r" b="b"/>
              <a:pathLst>
                <a:path w="20" h="746" extrusionOk="0">
                  <a:moveTo>
                    <a:pt x="19" y="1"/>
                  </a:moveTo>
                  <a:lnTo>
                    <a:pt x="1" y="38"/>
                  </a:lnTo>
                  <a:lnTo>
                    <a:pt x="1" y="726"/>
                  </a:lnTo>
                  <a:lnTo>
                    <a:pt x="19" y="74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46"/>
            <p:cNvSpPr/>
            <p:nvPr/>
          </p:nvSpPr>
          <p:spPr>
            <a:xfrm>
              <a:off x="6070275" y="2051875"/>
              <a:ext cx="475" cy="19550"/>
            </a:xfrm>
            <a:custGeom>
              <a:avLst/>
              <a:gdLst/>
              <a:ahLst/>
              <a:cxnLst/>
              <a:rect l="l" t="t" r="r" b="b"/>
              <a:pathLst>
                <a:path w="19" h="782" extrusionOk="0">
                  <a:moveTo>
                    <a:pt x="19" y="0"/>
                  </a:moveTo>
                  <a:lnTo>
                    <a:pt x="0" y="19"/>
                  </a:lnTo>
                  <a:lnTo>
                    <a:pt x="0" y="763"/>
                  </a:lnTo>
                  <a:lnTo>
                    <a:pt x="19" y="78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46"/>
            <p:cNvSpPr/>
            <p:nvPr/>
          </p:nvSpPr>
          <p:spPr>
            <a:xfrm>
              <a:off x="607072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9" y="0"/>
                  </a:moveTo>
                  <a:lnTo>
                    <a:pt x="1" y="19"/>
                  </a:lnTo>
                  <a:lnTo>
                    <a:pt x="1" y="801"/>
                  </a:lnTo>
                  <a:lnTo>
                    <a:pt x="19" y="819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46"/>
            <p:cNvSpPr/>
            <p:nvPr/>
          </p:nvSpPr>
          <p:spPr>
            <a:xfrm>
              <a:off x="6071200" y="2050925"/>
              <a:ext cx="500" cy="21900"/>
            </a:xfrm>
            <a:custGeom>
              <a:avLst/>
              <a:gdLst/>
              <a:ahLst/>
              <a:cxnLst/>
              <a:rect l="l" t="t" r="r" b="b"/>
              <a:pathLst>
                <a:path w="20" h="876" extrusionOk="0">
                  <a:moveTo>
                    <a:pt x="19" y="1"/>
                  </a:moveTo>
                  <a:lnTo>
                    <a:pt x="0" y="19"/>
                  </a:lnTo>
                  <a:lnTo>
                    <a:pt x="0" y="838"/>
                  </a:lnTo>
                  <a:lnTo>
                    <a:pt x="19" y="87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46"/>
            <p:cNvSpPr/>
            <p:nvPr/>
          </p:nvSpPr>
          <p:spPr>
            <a:xfrm>
              <a:off x="6071675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37" y="0"/>
                  </a:moveTo>
                  <a:lnTo>
                    <a:pt x="0" y="19"/>
                  </a:lnTo>
                  <a:lnTo>
                    <a:pt x="0" y="893"/>
                  </a:lnTo>
                  <a:lnTo>
                    <a:pt x="37" y="912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46"/>
            <p:cNvSpPr/>
            <p:nvPr/>
          </p:nvSpPr>
          <p:spPr>
            <a:xfrm>
              <a:off x="6072600" y="2050000"/>
              <a:ext cx="475" cy="23750"/>
            </a:xfrm>
            <a:custGeom>
              <a:avLst/>
              <a:gdLst/>
              <a:ahLst/>
              <a:cxnLst/>
              <a:rect l="l" t="t" r="r" b="b"/>
              <a:pathLst>
                <a:path w="19" h="950" extrusionOk="0">
                  <a:moveTo>
                    <a:pt x="19" y="1"/>
                  </a:moveTo>
                  <a:lnTo>
                    <a:pt x="0" y="19"/>
                  </a:lnTo>
                  <a:lnTo>
                    <a:pt x="0" y="931"/>
                  </a:lnTo>
                  <a:lnTo>
                    <a:pt x="19" y="950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6"/>
            <p:cNvSpPr/>
            <p:nvPr/>
          </p:nvSpPr>
          <p:spPr>
            <a:xfrm>
              <a:off x="60730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9" y="0"/>
                  </a:moveTo>
                  <a:lnTo>
                    <a:pt x="1" y="38"/>
                  </a:lnTo>
                  <a:lnTo>
                    <a:pt x="1" y="987"/>
                  </a:lnTo>
                  <a:lnTo>
                    <a:pt x="19" y="1005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46"/>
            <p:cNvSpPr/>
            <p:nvPr/>
          </p:nvSpPr>
          <p:spPr>
            <a:xfrm>
              <a:off x="6073525" y="2048600"/>
              <a:ext cx="500" cy="26075"/>
            </a:xfrm>
            <a:custGeom>
              <a:avLst/>
              <a:gdLst/>
              <a:ahLst/>
              <a:cxnLst/>
              <a:rect l="l" t="t" r="r" b="b"/>
              <a:pathLst>
                <a:path w="20" h="1043" extrusionOk="0">
                  <a:moveTo>
                    <a:pt x="19" y="1"/>
                  </a:moveTo>
                  <a:lnTo>
                    <a:pt x="0" y="19"/>
                  </a:lnTo>
                  <a:lnTo>
                    <a:pt x="0" y="1024"/>
                  </a:lnTo>
                  <a:lnTo>
                    <a:pt x="19" y="1043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46"/>
            <p:cNvSpPr/>
            <p:nvPr/>
          </p:nvSpPr>
          <p:spPr>
            <a:xfrm>
              <a:off x="6074000" y="2048150"/>
              <a:ext cx="475" cy="27000"/>
            </a:xfrm>
            <a:custGeom>
              <a:avLst/>
              <a:gdLst/>
              <a:ahLst/>
              <a:cxnLst/>
              <a:rect l="l" t="t" r="r" b="b"/>
              <a:pathLst>
                <a:path w="19" h="1080" extrusionOk="0">
                  <a:moveTo>
                    <a:pt x="19" y="0"/>
                  </a:moveTo>
                  <a:lnTo>
                    <a:pt x="0" y="19"/>
                  </a:lnTo>
                  <a:lnTo>
                    <a:pt x="0" y="1061"/>
                  </a:lnTo>
                  <a:lnTo>
                    <a:pt x="19" y="108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46"/>
            <p:cNvSpPr/>
            <p:nvPr/>
          </p:nvSpPr>
          <p:spPr>
            <a:xfrm>
              <a:off x="6074450" y="2047675"/>
              <a:ext cx="500" cy="28400"/>
            </a:xfrm>
            <a:custGeom>
              <a:avLst/>
              <a:gdLst/>
              <a:ahLst/>
              <a:cxnLst/>
              <a:rect l="l" t="t" r="r" b="b"/>
              <a:pathLst>
                <a:path w="20" h="1136" extrusionOk="0">
                  <a:moveTo>
                    <a:pt x="19" y="1"/>
                  </a:moveTo>
                  <a:lnTo>
                    <a:pt x="1" y="19"/>
                  </a:lnTo>
                  <a:lnTo>
                    <a:pt x="1" y="1099"/>
                  </a:lnTo>
                  <a:lnTo>
                    <a:pt x="19" y="1136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46"/>
            <p:cNvSpPr/>
            <p:nvPr/>
          </p:nvSpPr>
          <p:spPr>
            <a:xfrm>
              <a:off x="60749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38" y="1"/>
                  </a:moveTo>
                  <a:lnTo>
                    <a:pt x="0" y="20"/>
                  </a:lnTo>
                  <a:lnTo>
                    <a:pt x="0" y="1155"/>
                  </a:lnTo>
                  <a:lnTo>
                    <a:pt x="38" y="1173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46"/>
            <p:cNvSpPr/>
            <p:nvPr/>
          </p:nvSpPr>
          <p:spPr>
            <a:xfrm>
              <a:off x="6075850" y="2046750"/>
              <a:ext cx="500" cy="30250"/>
            </a:xfrm>
            <a:custGeom>
              <a:avLst/>
              <a:gdLst/>
              <a:ahLst/>
              <a:cxnLst/>
              <a:rect l="l" t="t" r="r" b="b"/>
              <a:pathLst>
                <a:path w="20" h="1210" extrusionOk="0">
                  <a:moveTo>
                    <a:pt x="19" y="0"/>
                  </a:moveTo>
                  <a:lnTo>
                    <a:pt x="1" y="19"/>
                  </a:lnTo>
                  <a:lnTo>
                    <a:pt x="1" y="1191"/>
                  </a:lnTo>
                  <a:lnTo>
                    <a:pt x="19" y="121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46"/>
            <p:cNvSpPr/>
            <p:nvPr/>
          </p:nvSpPr>
          <p:spPr>
            <a:xfrm>
              <a:off x="6076325" y="2045825"/>
              <a:ext cx="475" cy="31650"/>
            </a:xfrm>
            <a:custGeom>
              <a:avLst/>
              <a:gdLst/>
              <a:ahLst/>
              <a:cxnLst/>
              <a:rect l="l" t="t" r="r" b="b"/>
              <a:pathLst>
                <a:path w="19" h="1266" extrusionOk="0">
                  <a:moveTo>
                    <a:pt x="19" y="0"/>
                  </a:moveTo>
                  <a:lnTo>
                    <a:pt x="0" y="37"/>
                  </a:lnTo>
                  <a:lnTo>
                    <a:pt x="0" y="1247"/>
                  </a:lnTo>
                  <a:lnTo>
                    <a:pt x="19" y="1266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46"/>
            <p:cNvSpPr/>
            <p:nvPr/>
          </p:nvSpPr>
          <p:spPr>
            <a:xfrm>
              <a:off x="607677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9" y="0"/>
                  </a:moveTo>
                  <a:lnTo>
                    <a:pt x="1" y="19"/>
                  </a:lnTo>
                  <a:lnTo>
                    <a:pt x="1" y="1285"/>
                  </a:lnTo>
                  <a:lnTo>
                    <a:pt x="19" y="130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46"/>
            <p:cNvSpPr/>
            <p:nvPr/>
          </p:nvSpPr>
          <p:spPr>
            <a:xfrm>
              <a:off x="6077250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19" y="1"/>
                  </a:moveTo>
                  <a:lnTo>
                    <a:pt x="0" y="19"/>
                  </a:lnTo>
                  <a:lnTo>
                    <a:pt x="0" y="1322"/>
                  </a:lnTo>
                  <a:lnTo>
                    <a:pt x="19" y="134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46"/>
            <p:cNvSpPr/>
            <p:nvPr/>
          </p:nvSpPr>
          <p:spPr>
            <a:xfrm>
              <a:off x="60777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20" y="0"/>
                  </a:moveTo>
                  <a:lnTo>
                    <a:pt x="1" y="19"/>
                  </a:lnTo>
                  <a:lnTo>
                    <a:pt x="1" y="1359"/>
                  </a:lnTo>
                  <a:lnTo>
                    <a:pt x="20" y="1396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46"/>
            <p:cNvSpPr/>
            <p:nvPr/>
          </p:nvSpPr>
          <p:spPr>
            <a:xfrm>
              <a:off x="60781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38" y="1"/>
                  </a:moveTo>
                  <a:lnTo>
                    <a:pt x="1" y="19"/>
                  </a:lnTo>
                  <a:lnTo>
                    <a:pt x="1" y="1415"/>
                  </a:lnTo>
                  <a:lnTo>
                    <a:pt x="38" y="1434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46"/>
            <p:cNvSpPr/>
            <p:nvPr/>
          </p:nvSpPr>
          <p:spPr>
            <a:xfrm>
              <a:off x="60791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9" y="0"/>
                  </a:moveTo>
                  <a:lnTo>
                    <a:pt x="1" y="19"/>
                  </a:lnTo>
                  <a:lnTo>
                    <a:pt x="1" y="1452"/>
                  </a:lnTo>
                  <a:lnTo>
                    <a:pt x="19" y="147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46"/>
            <p:cNvSpPr/>
            <p:nvPr/>
          </p:nvSpPr>
          <p:spPr>
            <a:xfrm>
              <a:off x="6079575" y="2042550"/>
              <a:ext cx="500" cy="38175"/>
            </a:xfrm>
            <a:custGeom>
              <a:avLst/>
              <a:gdLst/>
              <a:ahLst/>
              <a:cxnLst/>
              <a:rect l="l" t="t" r="r" b="b"/>
              <a:pathLst>
                <a:path w="20" h="1527" extrusionOk="0">
                  <a:moveTo>
                    <a:pt x="19" y="1"/>
                  </a:moveTo>
                  <a:lnTo>
                    <a:pt x="0" y="38"/>
                  </a:lnTo>
                  <a:lnTo>
                    <a:pt x="0" y="1508"/>
                  </a:lnTo>
                  <a:lnTo>
                    <a:pt x="19" y="152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46"/>
            <p:cNvSpPr/>
            <p:nvPr/>
          </p:nvSpPr>
          <p:spPr>
            <a:xfrm>
              <a:off x="6080050" y="2042100"/>
              <a:ext cx="475" cy="39100"/>
            </a:xfrm>
            <a:custGeom>
              <a:avLst/>
              <a:gdLst/>
              <a:ahLst/>
              <a:cxnLst/>
              <a:rect l="l" t="t" r="r" b="b"/>
              <a:pathLst>
                <a:path w="19" h="1564" extrusionOk="0">
                  <a:moveTo>
                    <a:pt x="19" y="0"/>
                  </a:moveTo>
                  <a:lnTo>
                    <a:pt x="0" y="19"/>
                  </a:lnTo>
                  <a:lnTo>
                    <a:pt x="0" y="1545"/>
                  </a:lnTo>
                  <a:lnTo>
                    <a:pt x="19" y="156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46"/>
            <p:cNvSpPr/>
            <p:nvPr/>
          </p:nvSpPr>
          <p:spPr>
            <a:xfrm>
              <a:off x="6080500" y="2041625"/>
              <a:ext cx="500" cy="40050"/>
            </a:xfrm>
            <a:custGeom>
              <a:avLst/>
              <a:gdLst/>
              <a:ahLst/>
              <a:cxnLst/>
              <a:rect l="l" t="t" r="r" b="b"/>
              <a:pathLst>
                <a:path w="20" h="1602" extrusionOk="0">
                  <a:moveTo>
                    <a:pt x="19" y="1"/>
                  </a:moveTo>
                  <a:lnTo>
                    <a:pt x="1" y="19"/>
                  </a:lnTo>
                  <a:lnTo>
                    <a:pt x="1" y="1582"/>
                  </a:lnTo>
                  <a:lnTo>
                    <a:pt x="19" y="160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46"/>
            <p:cNvSpPr/>
            <p:nvPr/>
          </p:nvSpPr>
          <p:spPr>
            <a:xfrm>
              <a:off x="6080975" y="2041150"/>
              <a:ext cx="475" cy="41450"/>
            </a:xfrm>
            <a:custGeom>
              <a:avLst/>
              <a:gdLst/>
              <a:ahLst/>
              <a:cxnLst/>
              <a:rect l="l" t="t" r="r" b="b"/>
              <a:pathLst>
                <a:path w="19" h="1658" extrusionOk="0">
                  <a:moveTo>
                    <a:pt x="19" y="1"/>
                  </a:moveTo>
                  <a:lnTo>
                    <a:pt x="0" y="20"/>
                  </a:lnTo>
                  <a:lnTo>
                    <a:pt x="0" y="1620"/>
                  </a:lnTo>
                  <a:lnTo>
                    <a:pt x="19" y="165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46"/>
            <p:cNvSpPr/>
            <p:nvPr/>
          </p:nvSpPr>
          <p:spPr>
            <a:xfrm>
              <a:off x="6081425" y="2040700"/>
              <a:ext cx="975" cy="42350"/>
            </a:xfrm>
            <a:custGeom>
              <a:avLst/>
              <a:gdLst/>
              <a:ahLst/>
              <a:cxnLst/>
              <a:rect l="l" t="t" r="r" b="b"/>
              <a:pathLst>
                <a:path w="39" h="1694" extrusionOk="0">
                  <a:moveTo>
                    <a:pt x="38" y="0"/>
                  </a:moveTo>
                  <a:lnTo>
                    <a:pt x="1" y="19"/>
                  </a:lnTo>
                  <a:lnTo>
                    <a:pt x="1" y="1675"/>
                  </a:lnTo>
                  <a:lnTo>
                    <a:pt x="38" y="1694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46"/>
            <p:cNvSpPr/>
            <p:nvPr/>
          </p:nvSpPr>
          <p:spPr>
            <a:xfrm>
              <a:off x="6082375" y="2040225"/>
              <a:ext cx="475" cy="43300"/>
            </a:xfrm>
            <a:custGeom>
              <a:avLst/>
              <a:gdLst/>
              <a:ahLst/>
              <a:cxnLst/>
              <a:rect l="l" t="t" r="r" b="b"/>
              <a:pathLst>
                <a:path w="19" h="1732" extrusionOk="0">
                  <a:moveTo>
                    <a:pt x="19" y="1"/>
                  </a:moveTo>
                  <a:lnTo>
                    <a:pt x="0" y="19"/>
                  </a:lnTo>
                  <a:lnTo>
                    <a:pt x="0" y="1713"/>
                  </a:lnTo>
                  <a:lnTo>
                    <a:pt x="19" y="1732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46"/>
            <p:cNvSpPr/>
            <p:nvPr/>
          </p:nvSpPr>
          <p:spPr>
            <a:xfrm>
              <a:off x="6082825" y="2039300"/>
              <a:ext cx="500" cy="44700"/>
            </a:xfrm>
            <a:custGeom>
              <a:avLst/>
              <a:gdLst/>
              <a:ahLst/>
              <a:cxnLst/>
              <a:rect l="l" t="t" r="r" b="b"/>
              <a:pathLst>
                <a:path w="20" h="1788" extrusionOk="0">
                  <a:moveTo>
                    <a:pt x="19" y="1"/>
                  </a:moveTo>
                  <a:lnTo>
                    <a:pt x="1" y="38"/>
                  </a:lnTo>
                  <a:lnTo>
                    <a:pt x="1" y="1769"/>
                  </a:lnTo>
                  <a:lnTo>
                    <a:pt x="19" y="178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46"/>
            <p:cNvSpPr/>
            <p:nvPr/>
          </p:nvSpPr>
          <p:spPr>
            <a:xfrm>
              <a:off x="6083300" y="2038825"/>
              <a:ext cx="475" cy="45625"/>
            </a:xfrm>
            <a:custGeom>
              <a:avLst/>
              <a:gdLst/>
              <a:ahLst/>
              <a:cxnLst/>
              <a:rect l="l" t="t" r="r" b="b"/>
              <a:pathLst>
                <a:path w="19" h="1825" extrusionOk="0">
                  <a:moveTo>
                    <a:pt x="19" y="1"/>
                  </a:moveTo>
                  <a:lnTo>
                    <a:pt x="0" y="20"/>
                  </a:lnTo>
                  <a:lnTo>
                    <a:pt x="0" y="1806"/>
                  </a:lnTo>
                  <a:lnTo>
                    <a:pt x="19" y="182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46"/>
            <p:cNvSpPr/>
            <p:nvPr/>
          </p:nvSpPr>
          <p:spPr>
            <a:xfrm>
              <a:off x="60837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20" y="0"/>
                  </a:moveTo>
                  <a:lnTo>
                    <a:pt x="1" y="19"/>
                  </a:lnTo>
                  <a:lnTo>
                    <a:pt x="1" y="1843"/>
                  </a:lnTo>
                  <a:lnTo>
                    <a:pt x="20" y="186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46"/>
            <p:cNvSpPr/>
            <p:nvPr/>
          </p:nvSpPr>
          <p:spPr>
            <a:xfrm>
              <a:off x="6084225" y="2037900"/>
              <a:ext cx="500" cy="47950"/>
            </a:xfrm>
            <a:custGeom>
              <a:avLst/>
              <a:gdLst/>
              <a:ahLst/>
              <a:cxnLst/>
              <a:rect l="l" t="t" r="r" b="b"/>
              <a:pathLst>
                <a:path w="20" h="1918" extrusionOk="0">
                  <a:moveTo>
                    <a:pt x="19" y="1"/>
                  </a:moveTo>
                  <a:lnTo>
                    <a:pt x="1" y="19"/>
                  </a:lnTo>
                  <a:lnTo>
                    <a:pt x="1" y="1880"/>
                  </a:lnTo>
                  <a:lnTo>
                    <a:pt x="19" y="1918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46"/>
            <p:cNvSpPr/>
            <p:nvPr/>
          </p:nvSpPr>
          <p:spPr>
            <a:xfrm>
              <a:off x="6084700" y="2037450"/>
              <a:ext cx="950" cy="48875"/>
            </a:xfrm>
            <a:custGeom>
              <a:avLst/>
              <a:gdLst/>
              <a:ahLst/>
              <a:cxnLst/>
              <a:rect l="l" t="t" r="r" b="b"/>
              <a:pathLst>
                <a:path w="38" h="1955" extrusionOk="0">
                  <a:moveTo>
                    <a:pt x="37" y="0"/>
                  </a:moveTo>
                  <a:lnTo>
                    <a:pt x="0" y="19"/>
                  </a:lnTo>
                  <a:lnTo>
                    <a:pt x="0" y="1936"/>
                  </a:lnTo>
                  <a:lnTo>
                    <a:pt x="37" y="1954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46"/>
            <p:cNvSpPr/>
            <p:nvPr/>
          </p:nvSpPr>
          <p:spPr>
            <a:xfrm>
              <a:off x="6085625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19" y="0"/>
                  </a:moveTo>
                  <a:lnTo>
                    <a:pt x="0" y="19"/>
                  </a:lnTo>
                  <a:lnTo>
                    <a:pt x="0" y="1973"/>
                  </a:lnTo>
                  <a:lnTo>
                    <a:pt x="19" y="199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46"/>
            <p:cNvSpPr/>
            <p:nvPr/>
          </p:nvSpPr>
          <p:spPr>
            <a:xfrm>
              <a:off x="608607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20" y="0"/>
                  </a:moveTo>
                  <a:lnTo>
                    <a:pt x="1" y="37"/>
                  </a:lnTo>
                  <a:lnTo>
                    <a:pt x="1" y="2029"/>
                  </a:lnTo>
                  <a:lnTo>
                    <a:pt x="20" y="204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46"/>
            <p:cNvSpPr/>
            <p:nvPr/>
          </p:nvSpPr>
          <p:spPr>
            <a:xfrm>
              <a:off x="6086550" y="2035575"/>
              <a:ext cx="500" cy="52150"/>
            </a:xfrm>
            <a:custGeom>
              <a:avLst/>
              <a:gdLst/>
              <a:ahLst/>
              <a:cxnLst/>
              <a:rect l="l" t="t" r="r" b="b"/>
              <a:pathLst>
                <a:path w="20" h="2086" extrusionOk="0">
                  <a:moveTo>
                    <a:pt x="19" y="1"/>
                  </a:moveTo>
                  <a:lnTo>
                    <a:pt x="1" y="19"/>
                  </a:lnTo>
                  <a:lnTo>
                    <a:pt x="1" y="2066"/>
                  </a:lnTo>
                  <a:lnTo>
                    <a:pt x="19" y="20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46"/>
            <p:cNvSpPr/>
            <p:nvPr/>
          </p:nvSpPr>
          <p:spPr>
            <a:xfrm>
              <a:off x="6087025" y="2035125"/>
              <a:ext cx="475" cy="53050"/>
            </a:xfrm>
            <a:custGeom>
              <a:avLst/>
              <a:gdLst/>
              <a:ahLst/>
              <a:cxnLst/>
              <a:rect l="l" t="t" r="r" b="b"/>
              <a:pathLst>
                <a:path w="19" h="2122" extrusionOk="0">
                  <a:moveTo>
                    <a:pt x="19" y="0"/>
                  </a:moveTo>
                  <a:lnTo>
                    <a:pt x="0" y="19"/>
                  </a:lnTo>
                  <a:lnTo>
                    <a:pt x="0" y="2103"/>
                  </a:lnTo>
                  <a:lnTo>
                    <a:pt x="19" y="212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46"/>
            <p:cNvSpPr/>
            <p:nvPr/>
          </p:nvSpPr>
          <p:spPr>
            <a:xfrm>
              <a:off x="608747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9" y="0"/>
                  </a:moveTo>
                  <a:lnTo>
                    <a:pt x="1" y="19"/>
                  </a:lnTo>
                  <a:lnTo>
                    <a:pt x="1" y="2141"/>
                  </a:lnTo>
                  <a:lnTo>
                    <a:pt x="19" y="217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46"/>
            <p:cNvSpPr/>
            <p:nvPr/>
          </p:nvSpPr>
          <p:spPr>
            <a:xfrm>
              <a:off x="608795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38" y="1"/>
                  </a:moveTo>
                  <a:lnTo>
                    <a:pt x="0" y="19"/>
                  </a:lnTo>
                  <a:lnTo>
                    <a:pt x="0" y="2197"/>
                  </a:lnTo>
                  <a:lnTo>
                    <a:pt x="38" y="2215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46"/>
            <p:cNvSpPr/>
            <p:nvPr/>
          </p:nvSpPr>
          <p:spPr>
            <a:xfrm>
              <a:off x="6088875" y="2033725"/>
              <a:ext cx="500" cy="56325"/>
            </a:xfrm>
            <a:custGeom>
              <a:avLst/>
              <a:gdLst/>
              <a:ahLst/>
              <a:cxnLst/>
              <a:rect l="l" t="t" r="r" b="b"/>
              <a:pathLst>
                <a:path w="20" h="2253" extrusionOk="0">
                  <a:moveTo>
                    <a:pt x="19" y="0"/>
                  </a:moveTo>
                  <a:lnTo>
                    <a:pt x="1" y="19"/>
                  </a:lnTo>
                  <a:lnTo>
                    <a:pt x="1" y="2233"/>
                  </a:lnTo>
                  <a:lnTo>
                    <a:pt x="19" y="225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46"/>
            <p:cNvSpPr/>
            <p:nvPr/>
          </p:nvSpPr>
          <p:spPr>
            <a:xfrm>
              <a:off x="6089350" y="2032775"/>
              <a:ext cx="475" cy="57725"/>
            </a:xfrm>
            <a:custGeom>
              <a:avLst/>
              <a:gdLst/>
              <a:ahLst/>
              <a:cxnLst/>
              <a:rect l="l" t="t" r="r" b="b"/>
              <a:pathLst>
                <a:path w="19" h="2309" extrusionOk="0">
                  <a:moveTo>
                    <a:pt x="19" y="1"/>
                  </a:moveTo>
                  <a:lnTo>
                    <a:pt x="0" y="38"/>
                  </a:lnTo>
                  <a:lnTo>
                    <a:pt x="0" y="2290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46"/>
            <p:cNvSpPr/>
            <p:nvPr/>
          </p:nvSpPr>
          <p:spPr>
            <a:xfrm>
              <a:off x="6089800" y="2032775"/>
              <a:ext cx="500" cy="58200"/>
            </a:xfrm>
            <a:custGeom>
              <a:avLst/>
              <a:gdLst/>
              <a:ahLst/>
              <a:cxnLst/>
              <a:rect l="l" t="t" r="r" b="b"/>
              <a:pathLst>
                <a:path w="20" h="2328" extrusionOk="0">
                  <a:moveTo>
                    <a:pt x="1" y="1"/>
                  </a:moveTo>
                  <a:lnTo>
                    <a:pt x="1" y="2309"/>
                  </a:lnTo>
                  <a:lnTo>
                    <a:pt x="19" y="2327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46"/>
            <p:cNvSpPr/>
            <p:nvPr/>
          </p:nvSpPr>
          <p:spPr>
            <a:xfrm>
              <a:off x="6090275" y="2032775"/>
              <a:ext cx="500" cy="57725"/>
            </a:xfrm>
            <a:custGeom>
              <a:avLst/>
              <a:gdLst/>
              <a:ahLst/>
              <a:cxnLst/>
              <a:rect l="l" t="t" r="r" b="b"/>
              <a:pathLst>
                <a:path w="20" h="2309" extrusionOk="0">
                  <a:moveTo>
                    <a:pt x="0" y="1"/>
                  </a:moveTo>
                  <a:lnTo>
                    <a:pt x="0" y="2309"/>
                  </a:lnTo>
                  <a:lnTo>
                    <a:pt x="19" y="229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46"/>
            <p:cNvSpPr/>
            <p:nvPr/>
          </p:nvSpPr>
          <p:spPr>
            <a:xfrm>
              <a:off x="6090750" y="2033250"/>
              <a:ext cx="475" cy="56800"/>
            </a:xfrm>
            <a:custGeom>
              <a:avLst/>
              <a:gdLst/>
              <a:ahLst/>
              <a:cxnLst/>
              <a:rect l="l" t="t" r="r" b="b"/>
              <a:pathLst>
                <a:path w="19" h="2272" extrusionOk="0">
                  <a:moveTo>
                    <a:pt x="0" y="1"/>
                  </a:moveTo>
                  <a:lnTo>
                    <a:pt x="0" y="2271"/>
                  </a:lnTo>
                  <a:lnTo>
                    <a:pt x="19" y="2252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46"/>
            <p:cNvSpPr/>
            <p:nvPr/>
          </p:nvSpPr>
          <p:spPr>
            <a:xfrm>
              <a:off x="609120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1" y="1"/>
                  </a:moveTo>
                  <a:lnTo>
                    <a:pt x="1" y="2215"/>
                  </a:lnTo>
                  <a:lnTo>
                    <a:pt x="38" y="2197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46"/>
            <p:cNvSpPr/>
            <p:nvPr/>
          </p:nvSpPr>
          <p:spPr>
            <a:xfrm>
              <a:off x="609212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" y="0"/>
                  </a:moveTo>
                  <a:lnTo>
                    <a:pt x="1" y="2178"/>
                  </a:lnTo>
                  <a:lnTo>
                    <a:pt x="20" y="214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46"/>
            <p:cNvSpPr/>
            <p:nvPr/>
          </p:nvSpPr>
          <p:spPr>
            <a:xfrm>
              <a:off x="6092600" y="2035125"/>
              <a:ext cx="500" cy="53050"/>
            </a:xfrm>
            <a:custGeom>
              <a:avLst/>
              <a:gdLst/>
              <a:ahLst/>
              <a:cxnLst/>
              <a:rect l="l" t="t" r="r" b="b"/>
              <a:pathLst>
                <a:path w="20" h="2122" extrusionOk="0">
                  <a:moveTo>
                    <a:pt x="1" y="0"/>
                  </a:moveTo>
                  <a:lnTo>
                    <a:pt x="1" y="2122"/>
                  </a:lnTo>
                  <a:lnTo>
                    <a:pt x="19" y="21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46"/>
            <p:cNvSpPr/>
            <p:nvPr/>
          </p:nvSpPr>
          <p:spPr>
            <a:xfrm>
              <a:off x="6093075" y="2035575"/>
              <a:ext cx="475" cy="52150"/>
            </a:xfrm>
            <a:custGeom>
              <a:avLst/>
              <a:gdLst/>
              <a:ahLst/>
              <a:cxnLst/>
              <a:rect l="l" t="t" r="r" b="b"/>
              <a:pathLst>
                <a:path w="19" h="2086" extrusionOk="0">
                  <a:moveTo>
                    <a:pt x="0" y="1"/>
                  </a:moveTo>
                  <a:lnTo>
                    <a:pt x="0" y="2085"/>
                  </a:lnTo>
                  <a:lnTo>
                    <a:pt x="19" y="206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46"/>
            <p:cNvSpPr/>
            <p:nvPr/>
          </p:nvSpPr>
          <p:spPr>
            <a:xfrm>
              <a:off x="609352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1" y="0"/>
                  </a:moveTo>
                  <a:lnTo>
                    <a:pt x="1" y="2047"/>
                  </a:lnTo>
                  <a:lnTo>
                    <a:pt x="19" y="2029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6"/>
            <p:cNvSpPr/>
            <p:nvPr/>
          </p:nvSpPr>
          <p:spPr>
            <a:xfrm>
              <a:off x="6094000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0" y="0"/>
                  </a:moveTo>
                  <a:lnTo>
                    <a:pt x="0" y="1992"/>
                  </a:lnTo>
                  <a:lnTo>
                    <a:pt x="19" y="1973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46"/>
            <p:cNvSpPr/>
            <p:nvPr/>
          </p:nvSpPr>
          <p:spPr>
            <a:xfrm>
              <a:off x="6094450" y="2037450"/>
              <a:ext cx="975" cy="48875"/>
            </a:xfrm>
            <a:custGeom>
              <a:avLst/>
              <a:gdLst/>
              <a:ahLst/>
              <a:cxnLst/>
              <a:rect l="l" t="t" r="r" b="b"/>
              <a:pathLst>
                <a:path w="39" h="1955" extrusionOk="0">
                  <a:moveTo>
                    <a:pt x="1" y="0"/>
                  </a:moveTo>
                  <a:lnTo>
                    <a:pt x="1" y="1954"/>
                  </a:lnTo>
                  <a:lnTo>
                    <a:pt x="38" y="1936"/>
                  </a:lnTo>
                  <a:lnTo>
                    <a:pt x="38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46"/>
            <p:cNvSpPr/>
            <p:nvPr/>
          </p:nvSpPr>
          <p:spPr>
            <a:xfrm>
              <a:off x="6095400" y="2037900"/>
              <a:ext cx="475" cy="47950"/>
            </a:xfrm>
            <a:custGeom>
              <a:avLst/>
              <a:gdLst/>
              <a:ahLst/>
              <a:cxnLst/>
              <a:rect l="l" t="t" r="r" b="b"/>
              <a:pathLst>
                <a:path w="19" h="1918" extrusionOk="0">
                  <a:moveTo>
                    <a:pt x="0" y="1"/>
                  </a:moveTo>
                  <a:lnTo>
                    <a:pt x="0" y="1918"/>
                  </a:lnTo>
                  <a:lnTo>
                    <a:pt x="19" y="188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6"/>
            <p:cNvSpPr/>
            <p:nvPr/>
          </p:nvSpPr>
          <p:spPr>
            <a:xfrm>
              <a:off x="60958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1" y="0"/>
                  </a:moveTo>
                  <a:lnTo>
                    <a:pt x="1" y="1861"/>
                  </a:lnTo>
                  <a:lnTo>
                    <a:pt x="19" y="184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6"/>
            <p:cNvSpPr/>
            <p:nvPr/>
          </p:nvSpPr>
          <p:spPr>
            <a:xfrm>
              <a:off x="6096325" y="2038825"/>
              <a:ext cx="500" cy="45625"/>
            </a:xfrm>
            <a:custGeom>
              <a:avLst/>
              <a:gdLst/>
              <a:ahLst/>
              <a:cxnLst/>
              <a:rect l="l" t="t" r="r" b="b"/>
              <a:pathLst>
                <a:path w="20" h="1825" extrusionOk="0">
                  <a:moveTo>
                    <a:pt x="0" y="1"/>
                  </a:moveTo>
                  <a:lnTo>
                    <a:pt x="0" y="1825"/>
                  </a:lnTo>
                  <a:lnTo>
                    <a:pt x="19" y="1806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46"/>
            <p:cNvSpPr/>
            <p:nvPr/>
          </p:nvSpPr>
          <p:spPr>
            <a:xfrm>
              <a:off x="6096800" y="2039300"/>
              <a:ext cx="475" cy="44700"/>
            </a:xfrm>
            <a:custGeom>
              <a:avLst/>
              <a:gdLst/>
              <a:ahLst/>
              <a:cxnLst/>
              <a:rect l="l" t="t" r="r" b="b"/>
              <a:pathLst>
                <a:path w="19" h="1788" extrusionOk="0">
                  <a:moveTo>
                    <a:pt x="0" y="1"/>
                  </a:moveTo>
                  <a:lnTo>
                    <a:pt x="0" y="1787"/>
                  </a:lnTo>
                  <a:lnTo>
                    <a:pt x="19" y="1769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6"/>
            <p:cNvSpPr/>
            <p:nvPr/>
          </p:nvSpPr>
          <p:spPr>
            <a:xfrm>
              <a:off x="6097250" y="2040225"/>
              <a:ext cx="500" cy="43300"/>
            </a:xfrm>
            <a:custGeom>
              <a:avLst/>
              <a:gdLst/>
              <a:ahLst/>
              <a:cxnLst/>
              <a:rect l="l" t="t" r="r" b="b"/>
              <a:pathLst>
                <a:path w="20" h="1732" extrusionOk="0">
                  <a:moveTo>
                    <a:pt x="1" y="1"/>
                  </a:moveTo>
                  <a:lnTo>
                    <a:pt x="1" y="1732"/>
                  </a:lnTo>
                  <a:lnTo>
                    <a:pt x="19" y="1713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46"/>
            <p:cNvSpPr/>
            <p:nvPr/>
          </p:nvSpPr>
          <p:spPr>
            <a:xfrm>
              <a:off x="6097725" y="2040700"/>
              <a:ext cx="950" cy="42350"/>
            </a:xfrm>
            <a:custGeom>
              <a:avLst/>
              <a:gdLst/>
              <a:ahLst/>
              <a:cxnLst/>
              <a:rect l="l" t="t" r="r" b="b"/>
              <a:pathLst>
                <a:path w="3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37" y="1675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46"/>
            <p:cNvSpPr/>
            <p:nvPr/>
          </p:nvSpPr>
          <p:spPr>
            <a:xfrm>
              <a:off x="6098650" y="2041150"/>
              <a:ext cx="500" cy="41450"/>
            </a:xfrm>
            <a:custGeom>
              <a:avLst/>
              <a:gdLst/>
              <a:ahLst/>
              <a:cxnLst/>
              <a:rect l="l" t="t" r="r" b="b"/>
              <a:pathLst>
                <a:path w="20" h="1658" extrusionOk="0">
                  <a:moveTo>
                    <a:pt x="0" y="1"/>
                  </a:moveTo>
                  <a:lnTo>
                    <a:pt x="0" y="1657"/>
                  </a:lnTo>
                  <a:lnTo>
                    <a:pt x="19" y="162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6"/>
            <p:cNvSpPr/>
            <p:nvPr/>
          </p:nvSpPr>
          <p:spPr>
            <a:xfrm>
              <a:off x="6099125" y="2041625"/>
              <a:ext cx="475" cy="40050"/>
            </a:xfrm>
            <a:custGeom>
              <a:avLst/>
              <a:gdLst/>
              <a:ahLst/>
              <a:cxnLst/>
              <a:rect l="l" t="t" r="r" b="b"/>
              <a:pathLst>
                <a:path w="19" h="1602" extrusionOk="0">
                  <a:moveTo>
                    <a:pt x="0" y="1"/>
                  </a:moveTo>
                  <a:lnTo>
                    <a:pt x="0" y="1601"/>
                  </a:lnTo>
                  <a:lnTo>
                    <a:pt x="19" y="158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46"/>
            <p:cNvSpPr/>
            <p:nvPr/>
          </p:nvSpPr>
          <p:spPr>
            <a:xfrm>
              <a:off x="6099575" y="2042100"/>
              <a:ext cx="500" cy="39100"/>
            </a:xfrm>
            <a:custGeom>
              <a:avLst/>
              <a:gdLst/>
              <a:ahLst/>
              <a:cxnLst/>
              <a:rect l="l" t="t" r="r" b="b"/>
              <a:pathLst>
                <a:path w="20" h="1564" extrusionOk="0">
                  <a:moveTo>
                    <a:pt x="1" y="0"/>
                  </a:moveTo>
                  <a:lnTo>
                    <a:pt x="1" y="1563"/>
                  </a:lnTo>
                  <a:lnTo>
                    <a:pt x="19" y="1545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6"/>
            <p:cNvSpPr/>
            <p:nvPr/>
          </p:nvSpPr>
          <p:spPr>
            <a:xfrm>
              <a:off x="6100050" y="2042550"/>
              <a:ext cx="475" cy="38175"/>
            </a:xfrm>
            <a:custGeom>
              <a:avLst/>
              <a:gdLst/>
              <a:ahLst/>
              <a:cxnLst/>
              <a:rect l="l" t="t" r="r" b="b"/>
              <a:pathLst>
                <a:path w="19" h="1527" extrusionOk="0">
                  <a:moveTo>
                    <a:pt x="0" y="1"/>
                  </a:moveTo>
                  <a:lnTo>
                    <a:pt x="0" y="1527"/>
                  </a:lnTo>
                  <a:lnTo>
                    <a:pt x="19" y="1508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6"/>
            <p:cNvSpPr/>
            <p:nvPr/>
          </p:nvSpPr>
          <p:spPr>
            <a:xfrm>
              <a:off x="61005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" y="0"/>
                  </a:moveTo>
                  <a:lnTo>
                    <a:pt x="1" y="1470"/>
                  </a:lnTo>
                  <a:lnTo>
                    <a:pt x="20" y="1452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46"/>
            <p:cNvSpPr/>
            <p:nvPr/>
          </p:nvSpPr>
          <p:spPr>
            <a:xfrm>
              <a:off x="61009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1" y="1"/>
                  </a:moveTo>
                  <a:lnTo>
                    <a:pt x="1" y="1434"/>
                  </a:lnTo>
                  <a:lnTo>
                    <a:pt x="38" y="1415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46"/>
            <p:cNvSpPr/>
            <p:nvPr/>
          </p:nvSpPr>
          <p:spPr>
            <a:xfrm>
              <a:off x="61019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1" y="0"/>
                  </a:moveTo>
                  <a:lnTo>
                    <a:pt x="1" y="1396"/>
                  </a:lnTo>
                  <a:lnTo>
                    <a:pt x="19" y="1359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46"/>
            <p:cNvSpPr/>
            <p:nvPr/>
          </p:nvSpPr>
          <p:spPr>
            <a:xfrm>
              <a:off x="6102375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0" y="1"/>
                  </a:moveTo>
                  <a:lnTo>
                    <a:pt x="0" y="1341"/>
                  </a:lnTo>
                  <a:lnTo>
                    <a:pt x="19" y="132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46"/>
            <p:cNvSpPr/>
            <p:nvPr/>
          </p:nvSpPr>
          <p:spPr>
            <a:xfrm>
              <a:off x="610282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" y="0"/>
                  </a:moveTo>
                  <a:lnTo>
                    <a:pt x="1" y="1303"/>
                  </a:lnTo>
                  <a:lnTo>
                    <a:pt x="20" y="1285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46"/>
            <p:cNvSpPr/>
            <p:nvPr/>
          </p:nvSpPr>
          <p:spPr>
            <a:xfrm>
              <a:off x="6103300" y="2045825"/>
              <a:ext cx="500" cy="31650"/>
            </a:xfrm>
            <a:custGeom>
              <a:avLst/>
              <a:gdLst/>
              <a:ahLst/>
              <a:cxnLst/>
              <a:rect l="l" t="t" r="r" b="b"/>
              <a:pathLst>
                <a:path w="20" h="1266" extrusionOk="0">
                  <a:moveTo>
                    <a:pt x="1" y="0"/>
                  </a:moveTo>
                  <a:lnTo>
                    <a:pt x="1" y="1266"/>
                  </a:lnTo>
                  <a:lnTo>
                    <a:pt x="19" y="1247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46"/>
            <p:cNvSpPr/>
            <p:nvPr/>
          </p:nvSpPr>
          <p:spPr>
            <a:xfrm>
              <a:off x="6103775" y="2046750"/>
              <a:ext cx="475" cy="30250"/>
            </a:xfrm>
            <a:custGeom>
              <a:avLst/>
              <a:gdLst/>
              <a:ahLst/>
              <a:cxnLst/>
              <a:rect l="l" t="t" r="r" b="b"/>
              <a:pathLst>
                <a:path w="19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9" y="1191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46"/>
            <p:cNvSpPr/>
            <p:nvPr/>
          </p:nvSpPr>
          <p:spPr>
            <a:xfrm>
              <a:off x="61042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1" y="1"/>
                  </a:moveTo>
                  <a:lnTo>
                    <a:pt x="1" y="1173"/>
                  </a:lnTo>
                  <a:lnTo>
                    <a:pt x="38" y="1155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46"/>
            <p:cNvSpPr/>
            <p:nvPr/>
          </p:nvSpPr>
          <p:spPr>
            <a:xfrm>
              <a:off x="6105175" y="2047675"/>
              <a:ext cx="475" cy="28400"/>
            </a:xfrm>
            <a:custGeom>
              <a:avLst/>
              <a:gdLst/>
              <a:ahLst/>
              <a:cxnLst/>
              <a:rect l="l" t="t" r="r" b="b"/>
              <a:pathLst>
                <a:path w="19" h="1136" extrusionOk="0">
                  <a:moveTo>
                    <a:pt x="0" y="1"/>
                  </a:moveTo>
                  <a:lnTo>
                    <a:pt x="0" y="1136"/>
                  </a:lnTo>
                  <a:lnTo>
                    <a:pt x="19" y="1099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p46"/>
            <p:cNvSpPr/>
            <p:nvPr/>
          </p:nvSpPr>
          <p:spPr>
            <a:xfrm>
              <a:off x="6105625" y="2048150"/>
              <a:ext cx="500" cy="27000"/>
            </a:xfrm>
            <a:custGeom>
              <a:avLst/>
              <a:gdLst/>
              <a:ahLst/>
              <a:cxnLst/>
              <a:rect l="l" t="t" r="r" b="b"/>
              <a:pathLst>
                <a:path w="20" h="1080" extrusionOk="0">
                  <a:moveTo>
                    <a:pt x="1" y="0"/>
                  </a:moveTo>
                  <a:lnTo>
                    <a:pt x="1" y="1080"/>
                  </a:lnTo>
                  <a:lnTo>
                    <a:pt x="19" y="1061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46"/>
            <p:cNvSpPr/>
            <p:nvPr/>
          </p:nvSpPr>
          <p:spPr>
            <a:xfrm>
              <a:off x="6106100" y="2048600"/>
              <a:ext cx="475" cy="26075"/>
            </a:xfrm>
            <a:custGeom>
              <a:avLst/>
              <a:gdLst/>
              <a:ahLst/>
              <a:cxnLst/>
              <a:rect l="l" t="t" r="r" b="b"/>
              <a:pathLst>
                <a:path w="19" h="1043" extrusionOk="0">
                  <a:moveTo>
                    <a:pt x="0" y="1"/>
                  </a:moveTo>
                  <a:lnTo>
                    <a:pt x="0" y="1043"/>
                  </a:lnTo>
                  <a:lnTo>
                    <a:pt x="19" y="1024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46"/>
            <p:cNvSpPr/>
            <p:nvPr/>
          </p:nvSpPr>
          <p:spPr>
            <a:xfrm>
              <a:off x="61065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" y="0"/>
                  </a:moveTo>
                  <a:lnTo>
                    <a:pt x="1" y="1005"/>
                  </a:lnTo>
                  <a:lnTo>
                    <a:pt x="19" y="987"/>
                  </a:lnTo>
                  <a:lnTo>
                    <a:pt x="19" y="38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46"/>
            <p:cNvSpPr/>
            <p:nvPr/>
          </p:nvSpPr>
          <p:spPr>
            <a:xfrm>
              <a:off x="6107025" y="2050000"/>
              <a:ext cx="500" cy="23750"/>
            </a:xfrm>
            <a:custGeom>
              <a:avLst/>
              <a:gdLst/>
              <a:ahLst/>
              <a:cxnLst/>
              <a:rect l="l" t="t" r="r" b="b"/>
              <a:pathLst>
                <a:path w="20" h="950" extrusionOk="0">
                  <a:moveTo>
                    <a:pt x="0" y="1"/>
                  </a:moveTo>
                  <a:lnTo>
                    <a:pt x="0" y="950"/>
                  </a:lnTo>
                  <a:lnTo>
                    <a:pt x="19" y="931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6"/>
            <p:cNvSpPr/>
            <p:nvPr/>
          </p:nvSpPr>
          <p:spPr>
            <a:xfrm>
              <a:off x="6107500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0" y="0"/>
                  </a:moveTo>
                  <a:lnTo>
                    <a:pt x="0" y="912"/>
                  </a:lnTo>
                  <a:lnTo>
                    <a:pt x="37" y="893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6"/>
            <p:cNvSpPr/>
            <p:nvPr/>
          </p:nvSpPr>
          <p:spPr>
            <a:xfrm>
              <a:off x="6108425" y="2050925"/>
              <a:ext cx="475" cy="21900"/>
            </a:xfrm>
            <a:custGeom>
              <a:avLst/>
              <a:gdLst/>
              <a:ahLst/>
              <a:cxnLst/>
              <a:rect l="l" t="t" r="r" b="b"/>
              <a:pathLst>
                <a:path w="19" h="876" extrusionOk="0">
                  <a:moveTo>
                    <a:pt x="0" y="1"/>
                  </a:moveTo>
                  <a:lnTo>
                    <a:pt x="0" y="875"/>
                  </a:lnTo>
                  <a:lnTo>
                    <a:pt x="19" y="838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46"/>
            <p:cNvSpPr/>
            <p:nvPr/>
          </p:nvSpPr>
          <p:spPr>
            <a:xfrm>
              <a:off x="610887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" y="0"/>
                  </a:moveTo>
                  <a:lnTo>
                    <a:pt x="1" y="819"/>
                  </a:lnTo>
                  <a:lnTo>
                    <a:pt x="20" y="80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46"/>
            <p:cNvSpPr/>
            <p:nvPr/>
          </p:nvSpPr>
          <p:spPr>
            <a:xfrm>
              <a:off x="6109350" y="2051875"/>
              <a:ext cx="500" cy="19550"/>
            </a:xfrm>
            <a:custGeom>
              <a:avLst/>
              <a:gdLst/>
              <a:ahLst/>
              <a:cxnLst/>
              <a:rect l="l" t="t" r="r" b="b"/>
              <a:pathLst>
                <a:path w="20" h="782" extrusionOk="0">
                  <a:moveTo>
                    <a:pt x="1" y="0"/>
                  </a:moveTo>
                  <a:lnTo>
                    <a:pt x="1" y="782"/>
                  </a:lnTo>
                  <a:lnTo>
                    <a:pt x="19" y="76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46"/>
            <p:cNvSpPr/>
            <p:nvPr/>
          </p:nvSpPr>
          <p:spPr>
            <a:xfrm>
              <a:off x="6109825" y="2052325"/>
              <a:ext cx="475" cy="18650"/>
            </a:xfrm>
            <a:custGeom>
              <a:avLst/>
              <a:gdLst/>
              <a:ahLst/>
              <a:cxnLst/>
              <a:rect l="l" t="t" r="r" b="b"/>
              <a:pathLst>
                <a:path w="19" h="746" extrusionOk="0">
                  <a:moveTo>
                    <a:pt x="0" y="1"/>
                  </a:moveTo>
                  <a:lnTo>
                    <a:pt x="0" y="745"/>
                  </a:lnTo>
                  <a:lnTo>
                    <a:pt x="19" y="72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46"/>
            <p:cNvSpPr/>
            <p:nvPr/>
          </p:nvSpPr>
          <p:spPr>
            <a:xfrm>
              <a:off x="611027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1" y="1"/>
                  </a:moveTo>
                  <a:lnTo>
                    <a:pt x="1" y="689"/>
                  </a:lnTo>
                  <a:lnTo>
                    <a:pt x="19" y="671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46"/>
            <p:cNvSpPr/>
            <p:nvPr/>
          </p:nvSpPr>
          <p:spPr>
            <a:xfrm>
              <a:off x="611075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0" y="0"/>
                  </a:moveTo>
                  <a:lnTo>
                    <a:pt x="0" y="652"/>
                  </a:lnTo>
                  <a:lnTo>
                    <a:pt x="38" y="633"/>
                  </a:lnTo>
                  <a:lnTo>
                    <a:pt x="38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46"/>
            <p:cNvSpPr/>
            <p:nvPr/>
          </p:nvSpPr>
          <p:spPr>
            <a:xfrm>
              <a:off x="6111675" y="2054200"/>
              <a:ext cx="500" cy="15375"/>
            </a:xfrm>
            <a:custGeom>
              <a:avLst/>
              <a:gdLst/>
              <a:ahLst/>
              <a:cxnLst/>
              <a:rect l="l" t="t" r="r" b="b"/>
              <a:pathLst>
                <a:path w="20" h="615" extrusionOk="0">
                  <a:moveTo>
                    <a:pt x="1" y="0"/>
                  </a:moveTo>
                  <a:lnTo>
                    <a:pt x="1" y="614"/>
                  </a:lnTo>
                  <a:lnTo>
                    <a:pt x="19" y="57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46"/>
            <p:cNvSpPr/>
            <p:nvPr/>
          </p:nvSpPr>
          <p:spPr>
            <a:xfrm>
              <a:off x="6112150" y="2054650"/>
              <a:ext cx="475" cy="13975"/>
            </a:xfrm>
            <a:custGeom>
              <a:avLst/>
              <a:gdLst/>
              <a:ahLst/>
              <a:cxnLst/>
              <a:rect l="l" t="t" r="r" b="b"/>
              <a:pathLst>
                <a:path w="19" h="559" extrusionOk="0">
                  <a:moveTo>
                    <a:pt x="0" y="1"/>
                  </a:moveTo>
                  <a:lnTo>
                    <a:pt x="0" y="559"/>
                  </a:lnTo>
                  <a:lnTo>
                    <a:pt x="19" y="54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6"/>
            <p:cNvSpPr/>
            <p:nvPr/>
          </p:nvSpPr>
          <p:spPr>
            <a:xfrm>
              <a:off x="61126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1" y="0"/>
                  </a:moveTo>
                  <a:lnTo>
                    <a:pt x="1" y="521"/>
                  </a:lnTo>
                  <a:lnTo>
                    <a:pt x="19" y="5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46"/>
            <p:cNvSpPr/>
            <p:nvPr/>
          </p:nvSpPr>
          <p:spPr>
            <a:xfrm>
              <a:off x="6113075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0" y="1"/>
                  </a:moveTo>
                  <a:lnTo>
                    <a:pt x="0" y="485"/>
                  </a:lnTo>
                  <a:lnTo>
                    <a:pt x="19" y="46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46"/>
            <p:cNvSpPr/>
            <p:nvPr/>
          </p:nvSpPr>
          <p:spPr>
            <a:xfrm>
              <a:off x="6113550" y="2056525"/>
              <a:ext cx="475" cy="10725"/>
            </a:xfrm>
            <a:custGeom>
              <a:avLst/>
              <a:gdLst/>
              <a:ahLst/>
              <a:cxnLst/>
              <a:rect l="l" t="t" r="r" b="b"/>
              <a:pathLst>
                <a:path w="19" h="429" extrusionOk="0">
                  <a:moveTo>
                    <a:pt x="0" y="0"/>
                  </a:moveTo>
                  <a:lnTo>
                    <a:pt x="0" y="428"/>
                  </a:lnTo>
                  <a:lnTo>
                    <a:pt x="19" y="410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6"/>
            <p:cNvSpPr/>
            <p:nvPr/>
          </p:nvSpPr>
          <p:spPr>
            <a:xfrm>
              <a:off x="611400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1" y="1"/>
                  </a:moveTo>
                  <a:lnTo>
                    <a:pt x="1" y="392"/>
                  </a:lnTo>
                  <a:lnTo>
                    <a:pt x="38" y="373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6"/>
            <p:cNvSpPr/>
            <p:nvPr/>
          </p:nvSpPr>
          <p:spPr>
            <a:xfrm>
              <a:off x="611492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" y="0"/>
                  </a:moveTo>
                  <a:lnTo>
                    <a:pt x="1" y="354"/>
                  </a:lnTo>
                  <a:lnTo>
                    <a:pt x="19" y="31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6"/>
            <p:cNvSpPr/>
            <p:nvPr/>
          </p:nvSpPr>
          <p:spPr>
            <a:xfrm>
              <a:off x="6115400" y="2057900"/>
              <a:ext cx="500" cy="7475"/>
            </a:xfrm>
            <a:custGeom>
              <a:avLst/>
              <a:gdLst/>
              <a:ahLst/>
              <a:cxnLst/>
              <a:rect l="l" t="t" r="r" b="b"/>
              <a:pathLst>
                <a:path w="20" h="299" extrusionOk="0">
                  <a:moveTo>
                    <a:pt x="0" y="1"/>
                  </a:moveTo>
                  <a:lnTo>
                    <a:pt x="0" y="299"/>
                  </a:lnTo>
                  <a:lnTo>
                    <a:pt x="19" y="28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6"/>
            <p:cNvSpPr/>
            <p:nvPr/>
          </p:nvSpPr>
          <p:spPr>
            <a:xfrm>
              <a:off x="6115875" y="2058375"/>
              <a:ext cx="475" cy="6550"/>
            </a:xfrm>
            <a:custGeom>
              <a:avLst/>
              <a:gdLst/>
              <a:ahLst/>
              <a:cxnLst/>
              <a:rect l="l" t="t" r="r" b="b"/>
              <a:pathLst>
                <a:path w="19" h="262" extrusionOk="0">
                  <a:moveTo>
                    <a:pt x="0" y="1"/>
                  </a:moveTo>
                  <a:lnTo>
                    <a:pt x="0" y="261"/>
                  </a:lnTo>
                  <a:lnTo>
                    <a:pt x="19" y="24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6"/>
            <p:cNvSpPr/>
            <p:nvPr/>
          </p:nvSpPr>
          <p:spPr>
            <a:xfrm>
              <a:off x="6116325" y="2058850"/>
              <a:ext cx="500" cy="5600"/>
            </a:xfrm>
            <a:custGeom>
              <a:avLst/>
              <a:gdLst/>
              <a:ahLst/>
              <a:cxnLst/>
              <a:rect l="l" t="t" r="r" b="b"/>
              <a:pathLst>
                <a:path w="20" h="224" extrusionOk="0">
                  <a:moveTo>
                    <a:pt x="1" y="0"/>
                  </a:moveTo>
                  <a:lnTo>
                    <a:pt x="1" y="223"/>
                  </a:lnTo>
                  <a:lnTo>
                    <a:pt x="19" y="205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6"/>
            <p:cNvSpPr/>
            <p:nvPr/>
          </p:nvSpPr>
          <p:spPr>
            <a:xfrm>
              <a:off x="6116800" y="2059775"/>
              <a:ext cx="475" cy="4200"/>
            </a:xfrm>
            <a:custGeom>
              <a:avLst/>
              <a:gdLst/>
              <a:ahLst/>
              <a:cxnLst/>
              <a:rect l="l" t="t" r="r" b="b"/>
              <a:pathLst>
                <a:path w="19" h="168" extrusionOk="0">
                  <a:moveTo>
                    <a:pt x="0" y="0"/>
                  </a:moveTo>
                  <a:lnTo>
                    <a:pt x="0" y="168"/>
                  </a:lnTo>
                  <a:lnTo>
                    <a:pt x="19" y="149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6"/>
            <p:cNvSpPr/>
            <p:nvPr/>
          </p:nvSpPr>
          <p:spPr>
            <a:xfrm>
              <a:off x="6117250" y="2060225"/>
              <a:ext cx="975" cy="3300"/>
            </a:xfrm>
            <a:custGeom>
              <a:avLst/>
              <a:gdLst/>
              <a:ahLst/>
              <a:cxnLst/>
              <a:rect l="l" t="t" r="r" b="b"/>
              <a:pathLst>
                <a:path w="39" h="132" extrusionOk="0">
                  <a:moveTo>
                    <a:pt x="1" y="1"/>
                  </a:moveTo>
                  <a:lnTo>
                    <a:pt x="1" y="131"/>
                  </a:lnTo>
                  <a:lnTo>
                    <a:pt x="38" y="113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6"/>
            <p:cNvSpPr/>
            <p:nvPr/>
          </p:nvSpPr>
          <p:spPr>
            <a:xfrm>
              <a:off x="6118200" y="2060700"/>
              <a:ext cx="475" cy="2350"/>
            </a:xfrm>
            <a:custGeom>
              <a:avLst/>
              <a:gdLst/>
              <a:ahLst/>
              <a:cxnLst/>
              <a:rect l="l" t="t" r="r" b="b"/>
              <a:pathLst>
                <a:path w="19" h="94" extrusionOk="0">
                  <a:moveTo>
                    <a:pt x="0" y="1"/>
                  </a:moveTo>
                  <a:lnTo>
                    <a:pt x="0" y="94"/>
                  </a:lnTo>
                  <a:lnTo>
                    <a:pt x="19" y="5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6"/>
            <p:cNvSpPr/>
            <p:nvPr/>
          </p:nvSpPr>
          <p:spPr>
            <a:xfrm>
              <a:off x="61186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1" y="0"/>
                  </a:moveTo>
                  <a:lnTo>
                    <a:pt x="1" y="3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6"/>
            <p:cNvSpPr/>
            <p:nvPr/>
          </p:nvSpPr>
          <p:spPr>
            <a:xfrm>
              <a:off x="5774825" y="2299850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6" name="Google Shape;566;p46"/>
          <p:cNvGrpSpPr/>
          <p:nvPr/>
        </p:nvGrpSpPr>
        <p:grpSpPr>
          <a:xfrm>
            <a:off x="1147477" y="2947974"/>
            <a:ext cx="2872292" cy="2378232"/>
            <a:chOff x="2210400" y="2558550"/>
            <a:chExt cx="971025" cy="804000"/>
          </a:xfrm>
        </p:grpSpPr>
        <p:sp>
          <p:nvSpPr>
            <p:cNvPr id="567" name="Google Shape;567;p46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6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6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6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6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6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6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6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5" name="Google Shape;575;p46"/>
          <p:cNvGrpSpPr/>
          <p:nvPr/>
        </p:nvGrpSpPr>
        <p:grpSpPr>
          <a:xfrm>
            <a:off x="1392756" y="169091"/>
            <a:ext cx="849275" cy="848250"/>
            <a:chOff x="2651171" y="2397773"/>
            <a:chExt cx="2099568" cy="2097033"/>
          </a:xfrm>
        </p:grpSpPr>
        <p:sp>
          <p:nvSpPr>
            <p:cNvPr id="576" name="Google Shape;576;p46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solidFill>
              <a:srgbClr val="00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6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solidFill>
              <a:srgbClr val="00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7"/>
          <p:cNvSpPr txBox="1">
            <a:spLocks noGrp="1"/>
          </p:cNvSpPr>
          <p:nvPr>
            <p:ph type="title"/>
          </p:nvPr>
        </p:nvSpPr>
        <p:spPr>
          <a:xfrm>
            <a:off x="732275" y="1210763"/>
            <a:ext cx="5067900" cy="12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80" name="Google Shape;580;p47"/>
          <p:cNvSpPr txBox="1">
            <a:spLocks noGrp="1"/>
          </p:cNvSpPr>
          <p:nvPr>
            <p:ph type="subTitle" idx="1"/>
          </p:nvPr>
        </p:nvSpPr>
        <p:spPr>
          <a:xfrm>
            <a:off x="713225" y="2567813"/>
            <a:ext cx="51060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581" name="Google Shape;581;p47"/>
          <p:cNvGrpSpPr/>
          <p:nvPr/>
        </p:nvGrpSpPr>
        <p:grpSpPr>
          <a:xfrm>
            <a:off x="7407435" y="2879891"/>
            <a:ext cx="849275" cy="848250"/>
            <a:chOff x="8751122" y="1283566"/>
            <a:chExt cx="849275" cy="848250"/>
          </a:xfrm>
        </p:grpSpPr>
        <p:sp>
          <p:nvSpPr>
            <p:cNvPr id="582" name="Google Shape;582;p47"/>
            <p:cNvSpPr/>
            <p:nvPr/>
          </p:nvSpPr>
          <p:spPr>
            <a:xfrm flipH="1">
              <a:off x="8763662" y="1295866"/>
              <a:ext cx="823936" cy="823879"/>
            </a:xfrm>
            <a:custGeom>
              <a:avLst/>
              <a:gdLst/>
              <a:ahLst/>
              <a:cxnLst/>
              <a:rect l="l" t="t" r="r" b="b"/>
              <a:pathLst>
                <a:path w="14462" h="14461" extrusionOk="0">
                  <a:moveTo>
                    <a:pt x="7222" y="0"/>
                  </a:moveTo>
                  <a:lnTo>
                    <a:pt x="1" y="7221"/>
                  </a:lnTo>
                  <a:lnTo>
                    <a:pt x="7222" y="14461"/>
                  </a:lnTo>
                  <a:lnTo>
                    <a:pt x="14461" y="7221"/>
                  </a:lnTo>
                  <a:lnTo>
                    <a:pt x="7222" y="0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1F133E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83" name="Google Shape;583;p47"/>
            <p:cNvGrpSpPr/>
            <p:nvPr/>
          </p:nvGrpSpPr>
          <p:grpSpPr>
            <a:xfrm flipH="1">
              <a:off x="8751122" y="1283566"/>
              <a:ext cx="849275" cy="848250"/>
              <a:chOff x="2651171" y="2397773"/>
              <a:chExt cx="2099568" cy="2097033"/>
            </a:xfrm>
          </p:grpSpPr>
          <p:sp>
            <p:nvSpPr>
              <p:cNvPr id="584" name="Google Shape;584;p47"/>
              <p:cNvSpPr/>
              <p:nvPr/>
            </p:nvSpPr>
            <p:spPr>
              <a:xfrm>
                <a:off x="2651171" y="2397773"/>
                <a:ext cx="2099568" cy="2097033"/>
              </a:xfrm>
              <a:custGeom>
                <a:avLst/>
                <a:gdLst/>
                <a:ahLst/>
                <a:cxnLst/>
                <a:rect l="l" t="t" r="r" b="b"/>
                <a:pathLst>
                  <a:path w="14908" h="14890" extrusionOk="0">
                    <a:moveTo>
                      <a:pt x="447" y="7445"/>
                    </a:moveTo>
                    <a:lnTo>
                      <a:pt x="7445" y="14461"/>
                    </a:lnTo>
                    <a:lnTo>
                      <a:pt x="14461" y="7445"/>
                    </a:lnTo>
                    <a:lnTo>
                      <a:pt x="7445" y="429"/>
                    </a:lnTo>
                    <a:close/>
                    <a:moveTo>
                      <a:pt x="7445" y="14889"/>
                    </a:moveTo>
                    <a:lnTo>
                      <a:pt x="0" y="7445"/>
                    </a:lnTo>
                    <a:lnTo>
                      <a:pt x="7445" y="1"/>
                    </a:lnTo>
                    <a:lnTo>
                      <a:pt x="14908" y="7445"/>
                    </a:lnTo>
                    <a:close/>
                  </a:path>
                </a:pathLst>
              </a:custGeom>
              <a:gradFill>
                <a:gsLst>
                  <a:gs pos="0">
                    <a:srgbClr val="674EA7"/>
                  </a:gs>
                  <a:gs pos="100000">
                    <a:srgbClr val="351C75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47"/>
              <p:cNvSpPr/>
              <p:nvPr/>
            </p:nvSpPr>
            <p:spPr>
              <a:xfrm>
                <a:off x="3033817" y="2780418"/>
                <a:ext cx="1334271" cy="1334271"/>
              </a:xfrm>
              <a:custGeom>
                <a:avLst/>
                <a:gdLst/>
                <a:ahLst/>
                <a:cxnLst/>
                <a:rect l="l" t="t" r="r" b="b"/>
                <a:pathLst>
                  <a:path w="9474" h="9474" extrusionOk="0">
                    <a:moveTo>
                      <a:pt x="429" y="4728"/>
                    </a:moveTo>
                    <a:lnTo>
                      <a:pt x="4728" y="9027"/>
                    </a:lnTo>
                    <a:lnTo>
                      <a:pt x="9027" y="4728"/>
                    </a:lnTo>
                    <a:lnTo>
                      <a:pt x="4728" y="429"/>
                    </a:lnTo>
                    <a:close/>
                    <a:moveTo>
                      <a:pt x="4728" y="9474"/>
                    </a:moveTo>
                    <a:lnTo>
                      <a:pt x="1" y="4728"/>
                    </a:lnTo>
                    <a:lnTo>
                      <a:pt x="4728" y="1"/>
                    </a:lnTo>
                    <a:lnTo>
                      <a:pt x="9473" y="4728"/>
                    </a:lnTo>
                    <a:close/>
                  </a:path>
                </a:pathLst>
              </a:custGeom>
              <a:gradFill>
                <a:gsLst>
                  <a:gs pos="0">
                    <a:srgbClr val="674EA7"/>
                  </a:gs>
                  <a:gs pos="100000">
                    <a:srgbClr val="351C75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86" name="Google Shape;586;p47"/>
          <p:cNvGrpSpPr/>
          <p:nvPr/>
        </p:nvGrpSpPr>
        <p:grpSpPr>
          <a:xfrm flipH="1">
            <a:off x="5896360" y="1526509"/>
            <a:ext cx="4030417" cy="3337154"/>
            <a:chOff x="3573297" y="232872"/>
            <a:chExt cx="5470164" cy="4529254"/>
          </a:xfrm>
        </p:grpSpPr>
        <p:sp>
          <p:nvSpPr>
            <p:cNvPr id="587" name="Google Shape;587;p47"/>
            <p:cNvSpPr/>
            <p:nvPr/>
          </p:nvSpPr>
          <p:spPr>
            <a:xfrm>
              <a:off x="3969040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7"/>
            <p:cNvSpPr/>
            <p:nvPr/>
          </p:nvSpPr>
          <p:spPr>
            <a:xfrm>
              <a:off x="3835388" y="232872"/>
              <a:ext cx="4531929" cy="4529254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7"/>
            <p:cNvSpPr/>
            <p:nvPr/>
          </p:nvSpPr>
          <p:spPr>
            <a:xfrm>
              <a:off x="3704272" y="232872"/>
              <a:ext cx="4529394" cy="4529254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7"/>
            <p:cNvSpPr/>
            <p:nvPr/>
          </p:nvSpPr>
          <p:spPr>
            <a:xfrm>
              <a:off x="3573297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7"/>
            <p:cNvSpPr/>
            <p:nvPr/>
          </p:nvSpPr>
          <p:spPr>
            <a:xfrm>
              <a:off x="4514207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7"/>
            <p:cNvSpPr/>
            <p:nvPr/>
          </p:nvSpPr>
          <p:spPr>
            <a:xfrm>
              <a:off x="4380556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7"/>
            <p:cNvSpPr/>
            <p:nvPr/>
          </p:nvSpPr>
          <p:spPr>
            <a:xfrm>
              <a:off x="4249440" y="232872"/>
              <a:ext cx="4529394" cy="4529254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7"/>
            <p:cNvSpPr/>
            <p:nvPr/>
          </p:nvSpPr>
          <p:spPr>
            <a:xfrm>
              <a:off x="4115789" y="232872"/>
              <a:ext cx="4531929" cy="4529254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5" name="Google Shape;595;p47"/>
          <p:cNvGrpSpPr/>
          <p:nvPr/>
        </p:nvGrpSpPr>
        <p:grpSpPr>
          <a:xfrm flipH="1">
            <a:off x="6009660" y="227499"/>
            <a:ext cx="2872292" cy="2378232"/>
            <a:chOff x="2210400" y="2558550"/>
            <a:chExt cx="971025" cy="804000"/>
          </a:xfrm>
        </p:grpSpPr>
        <p:sp>
          <p:nvSpPr>
            <p:cNvPr id="596" name="Google Shape;596;p47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7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7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47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47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47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47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47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4" name="Google Shape;604;p47"/>
          <p:cNvGrpSpPr/>
          <p:nvPr/>
        </p:nvGrpSpPr>
        <p:grpSpPr>
          <a:xfrm flipH="1">
            <a:off x="7973021" y="1064981"/>
            <a:ext cx="849356" cy="703259"/>
            <a:chOff x="2210400" y="2558550"/>
            <a:chExt cx="971025" cy="804000"/>
          </a:xfrm>
        </p:grpSpPr>
        <p:sp>
          <p:nvSpPr>
            <p:cNvPr id="605" name="Google Shape;605;p47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p47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" name="Google Shape;607;p47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" name="Google Shape;608;p47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47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47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47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7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3" name="Google Shape;613;p47"/>
          <p:cNvGrpSpPr/>
          <p:nvPr/>
        </p:nvGrpSpPr>
        <p:grpSpPr>
          <a:xfrm>
            <a:off x="8979722" y="1283566"/>
            <a:ext cx="849275" cy="848250"/>
            <a:chOff x="8751122" y="1283566"/>
            <a:chExt cx="849275" cy="848250"/>
          </a:xfrm>
        </p:grpSpPr>
        <p:sp>
          <p:nvSpPr>
            <p:cNvPr id="614" name="Google Shape;614;p47"/>
            <p:cNvSpPr/>
            <p:nvPr/>
          </p:nvSpPr>
          <p:spPr>
            <a:xfrm flipH="1">
              <a:off x="8763662" y="1295866"/>
              <a:ext cx="823936" cy="823879"/>
            </a:xfrm>
            <a:custGeom>
              <a:avLst/>
              <a:gdLst/>
              <a:ahLst/>
              <a:cxnLst/>
              <a:rect l="l" t="t" r="r" b="b"/>
              <a:pathLst>
                <a:path w="14462" h="14461" extrusionOk="0">
                  <a:moveTo>
                    <a:pt x="7222" y="0"/>
                  </a:moveTo>
                  <a:lnTo>
                    <a:pt x="1" y="7221"/>
                  </a:lnTo>
                  <a:lnTo>
                    <a:pt x="7222" y="14461"/>
                  </a:lnTo>
                  <a:lnTo>
                    <a:pt x="14461" y="7221"/>
                  </a:lnTo>
                  <a:lnTo>
                    <a:pt x="7222" y="0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1F133E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15" name="Google Shape;615;p47"/>
            <p:cNvGrpSpPr/>
            <p:nvPr/>
          </p:nvGrpSpPr>
          <p:grpSpPr>
            <a:xfrm flipH="1">
              <a:off x="8751122" y="1283566"/>
              <a:ext cx="849275" cy="848250"/>
              <a:chOff x="2651171" y="2397773"/>
              <a:chExt cx="2099568" cy="2097033"/>
            </a:xfrm>
          </p:grpSpPr>
          <p:sp>
            <p:nvSpPr>
              <p:cNvPr id="616" name="Google Shape;616;p47"/>
              <p:cNvSpPr/>
              <p:nvPr/>
            </p:nvSpPr>
            <p:spPr>
              <a:xfrm>
                <a:off x="2651171" y="2397773"/>
                <a:ext cx="2099568" cy="2097033"/>
              </a:xfrm>
              <a:custGeom>
                <a:avLst/>
                <a:gdLst/>
                <a:ahLst/>
                <a:cxnLst/>
                <a:rect l="l" t="t" r="r" b="b"/>
                <a:pathLst>
                  <a:path w="14908" h="14890" extrusionOk="0">
                    <a:moveTo>
                      <a:pt x="447" y="7445"/>
                    </a:moveTo>
                    <a:lnTo>
                      <a:pt x="7445" y="14461"/>
                    </a:lnTo>
                    <a:lnTo>
                      <a:pt x="14461" y="7445"/>
                    </a:lnTo>
                    <a:lnTo>
                      <a:pt x="7445" y="429"/>
                    </a:lnTo>
                    <a:close/>
                    <a:moveTo>
                      <a:pt x="7445" y="14889"/>
                    </a:moveTo>
                    <a:lnTo>
                      <a:pt x="0" y="7445"/>
                    </a:lnTo>
                    <a:lnTo>
                      <a:pt x="7445" y="1"/>
                    </a:lnTo>
                    <a:lnTo>
                      <a:pt x="14908" y="7445"/>
                    </a:lnTo>
                    <a:close/>
                  </a:path>
                </a:pathLst>
              </a:custGeom>
              <a:gradFill>
                <a:gsLst>
                  <a:gs pos="0">
                    <a:srgbClr val="674EA7"/>
                  </a:gs>
                  <a:gs pos="100000">
                    <a:srgbClr val="351C75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47"/>
              <p:cNvSpPr/>
              <p:nvPr/>
            </p:nvSpPr>
            <p:spPr>
              <a:xfrm>
                <a:off x="3033817" y="2780418"/>
                <a:ext cx="1334271" cy="1334271"/>
              </a:xfrm>
              <a:custGeom>
                <a:avLst/>
                <a:gdLst/>
                <a:ahLst/>
                <a:cxnLst/>
                <a:rect l="l" t="t" r="r" b="b"/>
                <a:pathLst>
                  <a:path w="9474" h="9474" extrusionOk="0">
                    <a:moveTo>
                      <a:pt x="429" y="4728"/>
                    </a:moveTo>
                    <a:lnTo>
                      <a:pt x="4728" y="9027"/>
                    </a:lnTo>
                    <a:lnTo>
                      <a:pt x="9027" y="4728"/>
                    </a:lnTo>
                    <a:lnTo>
                      <a:pt x="4728" y="429"/>
                    </a:lnTo>
                    <a:close/>
                    <a:moveTo>
                      <a:pt x="4728" y="9474"/>
                    </a:moveTo>
                    <a:lnTo>
                      <a:pt x="1" y="4728"/>
                    </a:lnTo>
                    <a:lnTo>
                      <a:pt x="4728" y="1"/>
                    </a:lnTo>
                    <a:lnTo>
                      <a:pt x="9473" y="4728"/>
                    </a:lnTo>
                    <a:close/>
                  </a:path>
                </a:pathLst>
              </a:custGeom>
              <a:gradFill>
                <a:gsLst>
                  <a:gs pos="0">
                    <a:srgbClr val="674EA7"/>
                  </a:gs>
                  <a:gs pos="100000">
                    <a:srgbClr val="351C75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18" name="Google Shape;618;p47"/>
          <p:cNvSpPr/>
          <p:nvPr/>
        </p:nvSpPr>
        <p:spPr>
          <a:xfrm flipH="1">
            <a:off x="6112238" y="3643059"/>
            <a:ext cx="1284330" cy="1284330"/>
          </a:xfrm>
          <a:custGeom>
            <a:avLst/>
            <a:gdLst/>
            <a:ahLst/>
            <a:cxnLst/>
            <a:rect l="l" t="t" r="r" b="b"/>
            <a:pathLst>
              <a:path w="12377" h="12377" extrusionOk="0">
                <a:moveTo>
                  <a:pt x="6179" y="1"/>
                </a:moveTo>
                <a:lnTo>
                  <a:pt x="0" y="6179"/>
                </a:lnTo>
                <a:lnTo>
                  <a:pt x="6179" y="12377"/>
                </a:lnTo>
                <a:lnTo>
                  <a:pt x="12376" y="6179"/>
                </a:lnTo>
                <a:lnTo>
                  <a:pt x="6179" y="1"/>
                </a:lnTo>
                <a:close/>
              </a:path>
            </a:pathLst>
          </a:custGeom>
          <a:gradFill>
            <a:gsLst>
              <a:gs pos="0">
                <a:srgbClr val="4E29AA"/>
              </a:gs>
              <a:gs pos="100000">
                <a:srgbClr val="1F133E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4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621" name="Google Shape;621;p48"/>
          <p:cNvGrpSpPr/>
          <p:nvPr/>
        </p:nvGrpSpPr>
        <p:grpSpPr>
          <a:xfrm>
            <a:off x="-1552190" y="1537709"/>
            <a:ext cx="4779359" cy="3901002"/>
            <a:chOff x="2556818" y="232872"/>
            <a:chExt cx="6486643" cy="5294519"/>
          </a:xfrm>
        </p:grpSpPr>
        <p:sp>
          <p:nvSpPr>
            <p:cNvPr id="622" name="Google Shape;622;p48"/>
            <p:cNvSpPr/>
            <p:nvPr/>
          </p:nvSpPr>
          <p:spPr>
            <a:xfrm>
              <a:off x="3969040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48"/>
            <p:cNvSpPr/>
            <p:nvPr/>
          </p:nvSpPr>
          <p:spPr>
            <a:xfrm>
              <a:off x="3835388" y="232872"/>
              <a:ext cx="4531929" cy="4529254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48"/>
            <p:cNvSpPr/>
            <p:nvPr/>
          </p:nvSpPr>
          <p:spPr>
            <a:xfrm>
              <a:off x="3704272" y="232872"/>
              <a:ext cx="4529394" cy="4529254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48"/>
            <p:cNvSpPr/>
            <p:nvPr/>
          </p:nvSpPr>
          <p:spPr>
            <a:xfrm>
              <a:off x="3573297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48"/>
            <p:cNvSpPr/>
            <p:nvPr/>
          </p:nvSpPr>
          <p:spPr>
            <a:xfrm>
              <a:off x="4514207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48"/>
            <p:cNvSpPr/>
            <p:nvPr/>
          </p:nvSpPr>
          <p:spPr>
            <a:xfrm>
              <a:off x="4380556" y="232872"/>
              <a:ext cx="4529254" cy="4529254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48"/>
            <p:cNvSpPr/>
            <p:nvPr/>
          </p:nvSpPr>
          <p:spPr>
            <a:xfrm>
              <a:off x="4249440" y="232872"/>
              <a:ext cx="4529394" cy="4529254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48"/>
            <p:cNvSpPr/>
            <p:nvPr/>
          </p:nvSpPr>
          <p:spPr>
            <a:xfrm>
              <a:off x="4115789" y="232872"/>
              <a:ext cx="4531929" cy="4529254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" name="Google Shape;630;p48"/>
            <p:cNvSpPr/>
            <p:nvPr/>
          </p:nvSpPr>
          <p:spPr>
            <a:xfrm>
              <a:off x="7064427" y="2439737"/>
              <a:ext cx="2817" cy="8028"/>
            </a:xfrm>
            <a:custGeom>
              <a:avLst/>
              <a:gdLst/>
              <a:ahLst/>
              <a:cxnLst/>
              <a:rect l="l" t="t" r="r" b="b"/>
              <a:pathLst>
                <a:path w="20" h="57" extrusionOk="0">
                  <a:moveTo>
                    <a:pt x="19" y="0"/>
                  </a:moveTo>
                  <a:lnTo>
                    <a:pt x="1" y="19"/>
                  </a:lnTo>
                  <a:lnTo>
                    <a:pt x="19" y="56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" name="Google Shape;631;p48"/>
            <p:cNvSpPr/>
            <p:nvPr/>
          </p:nvSpPr>
          <p:spPr>
            <a:xfrm>
              <a:off x="7067102" y="2437061"/>
              <a:ext cx="5352" cy="13238"/>
            </a:xfrm>
            <a:custGeom>
              <a:avLst/>
              <a:gdLst/>
              <a:ahLst/>
              <a:cxnLst/>
              <a:rect l="l" t="t" r="r" b="b"/>
              <a:pathLst>
                <a:path w="38" h="94" extrusionOk="0">
                  <a:moveTo>
                    <a:pt x="38" y="1"/>
                  </a:moveTo>
                  <a:lnTo>
                    <a:pt x="0" y="19"/>
                  </a:lnTo>
                  <a:lnTo>
                    <a:pt x="0" y="75"/>
                  </a:lnTo>
                  <a:lnTo>
                    <a:pt x="38" y="94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48"/>
            <p:cNvSpPr/>
            <p:nvPr/>
          </p:nvSpPr>
          <p:spPr>
            <a:xfrm>
              <a:off x="7072313" y="2434526"/>
              <a:ext cx="2817" cy="18449"/>
            </a:xfrm>
            <a:custGeom>
              <a:avLst/>
              <a:gdLst/>
              <a:ahLst/>
              <a:cxnLst/>
              <a:rect l="l" t="t" r="r" b="b"/>
              <a:pathLst>
                <a:path w="20" h="131" extrusionOk="0">
                  <a:moveTo>
                    <a:pt x="19" y="0"/>
                  </a:moveTo>
                  <a:lnTo>
                    <a:pt x="1" y="19"/>
                  </a:lnTo>
                  <a:lnTo>
                    <a:pt x="1" y="112"/>
                  </a:lnTo>
                  <a:lnTo>
                    <a:pt x="19" y="13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48"/>
            <p:cNvSpPr/>
            <p:nvPr/>
          </p:nvSpPr>
          <p:spPr>
            <a:xfrm>
              <a:off x="7074989" y="2431850"/>
              <a:ext cx="2676" cy="23801"/>
            </a:xfrm>
            <a:custGeom>
              <a:avLst/>
              <a:gdLst/>
              <a:ahLst/>
              <a:cxnLst/>
              <a:rect l="l" t="t" r="r" b="b"/>
              <a:pathLst>
                <a:path w="19" h="169" extrusionOk="0">
                  <a:moveTo>
                    <a:pt x="19" y="1"/>
                  </a:moveTo>
                  <a:lnTo>
                    <a:pt x="0" y="19"/>
                  </a:lnTo>
                  <a:lnTo>
                    <a:pt x="0" y="149"/>
                  </a:lnTo>
                  <a:lnTo>
                    <a:pt x="19" y="168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48"/>
            <p:cNvSpPr/>
            <p:nvPr/>
          </p:nvSpPr>
          <p:spPr>
            <a:xfrm>
              <a:off x="7077524" y="2429174"/>
              <a:ext cx="2817" cy="29012"/>
            </a:xfrm>
            <a:custGeom>
              <a:avLst/>
              <a:gdLst/>
              <a:ahLst/>
              <a:cxnLst/>
              <a:rect l="l" t="t" r="r" b="b"/>
              <a:pathLst>
                <a:path w="20" h="206" extrusionOk="0">
                  <a:moveTo>
                    <a:pt x="19" y="1"/>
                  </a:moveTo>
                  <a:lnTo>
                    <a:pt x="1" y="20"/>
                  </a:lnTo>
                  <a:lnTo>
                    <a:pt x="1" y="187"/>
                  </a:lnTo>
                  <a:lnTo>
                    <a:pt x="19" y="206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48"/>
            <p:cNvSpPr/>
            <p:nvPr/>
          </p:nvSpPr>
          <p:spPr>
            <a:xfrm>
              <a:off x="7080200" y="2423963"/>
              <a:ext cx="2676" cy="36899"/>
            </a:xfrm>
            <a:custGeom>
              <a:avLst/>
              <a:gdLst/>
              <a:ahLst/>
              <a:cxnLst/>
              <a:rect l="l" t="t" r="r" b="b"/>
              <a:pathLst>
                <a:path w="19" h="262" extrusionOk="0">
                  <a:moveTo>
                    <a:pt x="19" y="1"/>
                  </a:moveTo>
                  <a:lnTo>
                    <a:pt x="0" y="38"/>
                  </a:lnTo>
                  <a:lnTo>
                    <a:pt x="0" y="243"/>
                  </a:lnTo>
                  <a:lnTo>
                    <a:pt x="19" y="26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48"/>
            <p:cNvSpPr/>
            <p:nvPr/>
          </p:nvSpPr>
          <p:spPr>
            <a:xfrm>
              <a:off x="7082735" y="2421428"/>
              <a:ext cx="2817" cy="44645"/>
            </a:xfrm>
            <a:custGeom>
              <a:avLst/>
              <a:gdLst/>
              <a:ahLst/>
              <a:cxnLst/>
              <a:rect l="l" t="t" r="r" b="b"/>
              <a:pathLst>
                <a:path w="20" h="317" extrusionOk="0">
                  <a:moveTo>
                    <a:pt x="20" y="0"/>
                  </a:moveTo>
                  <a:lnTo>
                    <a:pt x="1" y="19"/>
                  </a:lnTo>
                  <a:lnTo>
                    <a:pt x="1" y="279"/>
                  </a:lnTo>
                  <a:lnTo>
                    <a:pt x="20" y="316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48"/>
            <p:cNvSpPr/>
            <p:nvPr/>
          </p:nvSpPr>
          <p:spPr>
            <a:xfrm>
              <a:off x="7085411" y="2418752"/>
              <a:ext cx="5352" cy="49996"/>
            </a:xfrm>
            <a:custGeom>
              <a:avLst/>
              <a:gdLst/>
              <a:ahLst/>
              <a:cxnLst/>
              <a:rect l="l" t="t" r="r" b="b"/>
              <a:pathLst>
                <a:path w="38" h="355" extrusionOk="0">
                  <a:moveTo>
                    <a:pt x="38" y="0"/>
                  </a:moveTo>
                  <a:lnTo>
                    <a:pt x="1" y="19"/>
                  </a:lnTo>
                  <a:lnTo>
                    <a:pt x="1" y="335"/>
                  </a:lnTo>
                  <a:lnTo>
                    <a:pt x="38" y="354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48"/>
            <p:cNvSpPr/>
            <p:nvPr/>
          </p:nvSpPr>
          <p:spPr>
            <a:xfrm>
              <a:off x="7090622" y="2416076"/>
              <a:ext cx="2817" cy="55207"/>
            </a:xfrm>
            <a:custGeom>
              <a:avLst/>
              <a:gdLst/>
              <a:ahLst/>
              <a:cxnLst/>
              <a:rect l="l" t="t" r="r" b="b"/>
              <a:pathLst>
                <a:path w="20" h="392" extrusionOk="0">
                  <a:moveTo>
                    <a:pt x="19" y="1"/>
                  </a:moveTo>
                  <a:lnTo>
                    <a:pt x="1" y="19"/>
                  </a:lnTo>
                  <a:lnTo>
                    <a:pt x="1" y="373"/>
                  </a:lnTo>
                  <a:lnTo>
                    <a:pt x="19" y="392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48"/>
            <p:cNvSpPr/>
            <p:nvPr/>
          </p:nvSpPr>
          <p:spPr>
            <a:xfrm>
              <a:off x="7093298" y="2413541"/>
              <a:ext cx="2817" cy="60418"/>
            </a:xfrm>
            <a:custGeom>
              <a:avLst/>
              <a:gdLst/>
              <a:ahLst/>
              <a:cxnLst/>
              <a:rect l="l" t="t" r="r" b="b"/>
              <a:pathLst>
                <a:path w="20" h="429" extrusionOk="0">
                  <a:moveTo>
                    <a:pt x="19" y="0"/>
                  </a:moveTo>
                  <a:lnTo>
                    <a:pt x="0" y="19"/>
                  </a:lnTo>
                  <a:lnTo>
                    <a:pt x="0" y="410"/>
                  </a:lnTo>
                  <a:lnTo>
                    <a:pt x="19" y="42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48"/>
            <p:cNvSpPr/>
            <p:nvPr/>
          </p:nvSpPr>
          <p:spPr>
            <a:xfrm>
              <a:off x="7095973" y="2410866"/>
              <a:ext cx="2676" cy="65629"/>
            </a:xfrm>
            <a:custGeom>
              <a:avLst/>
              <a:gdLst/>
              <a:ahLst/>
              <a:cxnLst/>
              <a:rect l="l" t="t" r="r" b="b"/>
              <a:pathLst>
                <a:path w="19" h="466" extrusionOk="0">
                  <a:moveTo>
                    <a:pt x="19" y="1"/>
                  </a:moveTo>
                  <a:lnTo>
                    <a:pt x="0" y="19"/>
                  </a:lnTo>
                  <a:lnTo>
                    <a:pt x="0" y="447"/>
                  </a:lnTo>
                  <a:lnTo>
                    <a:pt x="19" y="466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48"/>
            <p:cNvSpPr/>
            <p:nvPr/>
          </p:nvSpPr>
          <p:spPr>
            <a:xfrm>
              <a:off x="7098508" y="2405655"/>
              <a:ext cx="2817" cy="73516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19" y="0"/>
                  </a:moveTo>
                  <a:lnTo>
                    <a:pt x="1" y="38"/>
                  </a:lnTo>
                  <a:lnTo>
                    <a:pt x="1" y="503"/>
                  </a:lnTo>
                  <a:lnTo>
                    <a:pt x="19" y="52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48"/>
            <p:cNvSpPr/>
            <p:nvPr/>
          </p:nvSpPr>
          <p:spPr>
            <a:xfrm>
              <a:off x="7101184" y="2402979"/>
              <a:ext cx="2676" cy="81403"/>
            </a:xfrm>
            <a:custGeom>
              <a:avLst/>
              <a:gdLst/>
              <a:ahLst/>
              <a:cxnLst/>
              <a:rect l="l" t="t" r="r" b="b"/>
              <a:pathLst>
                <a:path w="19" h="578" extrusionOk="0">
                  <a:moveTo>
                    <a:pt x="19" y="1"/>
                  </a:moveTo>
                  <a:lnTo>
                    <a:pt x="0" y="19"/>
                  </a:lnTo>
                  <a:lnTo>
                    <a:pt x="0" y="541"/>
                  </a:lnTo>
                  <a:lnTo>
                    <a:pt x="19" y="578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48"/>
            <p:cNvSpPr/>
            <p:nvPr/>
          </p:nvSpPr>
          <p:spPr>
            <a:xfrm>
              <a:off x="7103719" y="2400444"/>
              <a:ext cx="5493" cy="86614"/>
            </a:xfrm>
            <a:custGeom>
              <a:avLst/>
              <a:gdLst/>
              <a:ahLst/>
              <a:cxnLst/>
              <a:rect l="l" t="t" r="r" b="b"/>
              <a:pathLst>
                <a:path w="39" h="615" extrusionOk="0">
                  <a:moveTo>
                    <a:pt x="38" y="0"/>
                  </a:moveTo>
                  <a:lnTo>
                    <a:pt x="1" y="19"/>
                  </a:lnTo>
                  <a:lnTo>
                    <a:pt x="1" y="596"/>
                  </a:lnTo>
                  <a:lnTo>
                    <a:pt x="38" y="614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48"/>
            <p:cNvSpPr/>
            <p:nvPr/>
          </p:nvSpPr>
          <p:spPr>
            <a:xfrm>
              <a:off x="2556818" y="3784276"/>
              <a:ext cx="1743115" cy="174311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6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1F133E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5" name="Google Shape;645;p48"/>
          <p:cNvGrpSpPr/>
          <p:nvPr/>
        </p:nvGrpSpPr>
        <p:grpSpPr>
          <a:xfrm>
            <a:off x="-127072" y="4085003"/>
            <a:ext cx="1067211" cy="1065922"/>
            <a:chOff x="2651171" y="2397773"/>
            <a:chExt cx="2099568" cy="2097033"/>
          </a:xfrm>
        </p:grpSpPr>
        <p:sp>
          <p:nvSpPr>
            <p:cNvPr id="646" name="Google Shape;646;p48"/>
            <p:cNvSpPr/>
            <p:nvPr/>
          </p:nvSpPr>
          <p:spPr>
            <a:xfrm>
              <a:off x="2682577" y="2429319"/>
              <a:ext cx="2036756" cy="2036615"/>
            </a:xfrm>
            <a:custGeom>
              <a:avLst/>
              <a:gdLst/>
              <a:ahLst/>
              <a:cxnLst/>
              <a:rect l="l" t="t" r="r" b="b"/>
              <a:pathLst>
                <a:path w="14462" h="14461" extrusionOk="0">
                  <a:moveTo>
                    <a:pt x="7222" y="0"/>
                  </a:moveTo>
                  <a:lnTo>
                    <a:pt x="1" y="7221"/>
                  </a:lnTo>
                  <a:lnTo>
                    <a:pt x="7222" y="14461"/>
                  </a:lnTo>
                  <a:lnTo>
                    <a:pt x="14461" y="7221"/>
                  </a:lnTo>
                  <a:lnTo>
                    <a:pt x="7222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48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48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9" name="Google Shape;649;p48"/>
          <p:cNvSpPr/>
          <p:nvPr/>
        </p:nvSpPr>
        <p:spPr>
          <a:xfrm>
            <a:off x="7249668" y="4045148"/>
            <a:ext cx="572715" cy="572715"/>
          </a:xfrm>
          <a:custGeom>
            <a:avLst/>
            <a:gdLst/>
            <a:ahLst/>
            <a:cxnLst/>
            <a:rect l="l" t="t" r="r" b="b"/>
            <a:pathLst>
              <a:path w="12377" h="12377" extrusionOk="0">
                <a:moveTo>
                  <a:pt x="6179" y="0"/>
                </a:moveTo>
                <a:lnTo>
                  <a:pt x="0" y="6197"/>
                </a:lnTo>
                <a:lnTo>
                  <a:pt x="6179" y="12376"/>
                </a:lnTo>
                <a:lnTo>
                  <a:pt x="12376" y="6197"/>
                </a:lnTo>
                <a:lnTo>
                  <a:pt x="6179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00000">
                <a:srgbClr val="00FFFF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0" name="Google Shape;650;p48"/>
          <p:cNvGrpSpPr/>
          <p:nvPr/>
        </p:nvGrpSpPr>
        <p:grpSpPr>
          <a:xfrm>
            <a:off x="7009646" y="2171158"/>
            <a:ext cx="3966057" cy="4359080"/>
            <a:chOff x="5440750" y="1541475"/>
            <a:chExt cx="971525" cy="1067800"/>
          </a:xfrm>
        </p:grpSpPr>
        <p:sp>
          <p:nvSpPr>
            <p:cNvPr id="651" name="Google Shape;651;p48"/>
            <p:cNvSpPr/>
            <p:nvPr/>
          </p:nvSpPr>
          <p:spPr>
            <a:xfrm>
              <a:off x="5853925" y="1541475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0"/>
                  </a:moveTo>
                  <a:lnTo>
                    <a:pt x="0" y="6197"/>
                  </a:lnTo>
                  <a:lnTo>
                    <a:pt x="6179" y="12376"/>
                  </a:lnTo>
                  <a:lnTo>
                    <a:pt x="12376" y="6197"/>
                  </a:lnTo>
                  <a:lnTo>
                    <a:pt x="617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p48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48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48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48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48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48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48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48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48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48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48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48"/>
            <p:cNvSpPr/>
            <p:nvPr/>
          </p:nvSpPr>
          <p:spPr>
            <a:xfrm>
              <a:off x="5774825" y="2299850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6"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706" name="Google Shape;706;p50"/>
          <p:cNvGrpSpPr/>
          <p:nvPr/>
        </p:nvGrpSpPr>
        <p:grpSpPr>
          <a:xfrm rot="10800000" flipH="1">
            <a:off x="-1801065" y="629505"/>
            <a:ext cx="4015313" cy="3884503"/>
            <a:chOff x="5440750" y="1669400"/>
            <a:chExt cx="971525" cy="939875"/>
          </a:xfrm>
        </p:grpSpPr>
        <p:sp>
          <p:nvSpPr>
            <p:cNvPr id="707" name="Google Shape;707;p50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50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50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50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50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50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50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50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50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50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50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674EA7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50"/>
            <p:cNvSpPr/>
            <p:nvPr/>
          </p:nvSpPr>
          <p:spPr>
            <a:xfrm>
              <a:off x="60609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20" y="0"/>
                  </a:moveTo>
                  <a:lnTo>
                    <a:pt x="1" y="19"/>
                  </a:lnTo>
                  <a:lnTo>
                    <a:pt x="20" y="3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50"/>
            <p:cNvSpPr/>
            <p:nvPr/>
          </p:nvSpPr>
          <p:spPr>
            <a:xfrm>
              <a:off x="6061425" y="2060700"/>
              <a:ext cx="500" cy="2350"/>
            </a:xfrm>
            <a:custGeom>
              <a:avLst/>
              <a:gdLst/>
              <a:ahLst/>
              <a:cxnLst/>
              <a:rect l="l" t="t" r="r" b="b"/>
              <a:pathLst>
                <a:path w="20" h="94" extrusionOk="0">
                  <a:moveTo>
                    <a:pt x="19" y="1"/>
                  </a:moveTo>
                  <a:lnTo>
                    <a:pt x="1" y="19"/>
                  </a:lnTo>
                  <a:lnTo>
                    <a:pt x="1" y="56"/>
                  </a:lnTo>
                  <a:lnTo>
                    <a:pt x="19" y="94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50"/>
            <p:cNvSpPr/>
            <p:nvPr/>
          </p:nvSpPr>
          <p:spPr>
            <a:xfrm>
              <a:off x="6061900" y="2060225"/>
              <a:ext cx="950" cy="3300"/>
            </a:xfrm>
            <a:custGeom>
              <a:avLst/>
              <a:gdLst/>
              <a:ahLst/>
              <a:cxnLst/>
              <a:rect l="l" t="t" r="r" b="b"/>
              <a:pathLst>
                <a:path w="38" h="132" extrusionOk="0">
                  <a:moveTo>
                    <a:pt x="37" y="1"/>
                  </a:moveTo>
                  <a:lnTo>
                    <a:pt x="0" y="20"/>
                  </a:lnTo>
                  <a:lnTo>
                    <a:pt x="0" y="113"/>
                  </a:lnTo>
                  <a:lnTo>
                    <a:pt x="37" y="131"/>
                  </a:lnTo>
                  <a:lnTo>
                    <a:pt x="37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50"/>
            <p:cNvSpPr/>
            <p:nvPr/>
          </p:nvSpPr>
          <p:spPr>
            <a:xfrm>
              <a:off x="6062825" y="2059775"/>
              <a:ext cx="500" cy="4200"/>
            </a:xfrm>
            <a:custGeom>
              <a:avLst/>
              <a:gdLst/>
              <a:ahLst/>
              <a:cxnLst/>
              <a:rect l="l" t="t" r="r" b="b"/>
              <a:pathLst>
                <a:path w="20" h="168" extrusionOk="0">
                  <a:moveTo>
                    <a:pt x="19" y="0"/>
                  </a:moveTo>
                  <a:lnTo>
                    <a:pt x="0" y="19"/>
                  </a:lnTo>
                  <a:lnTo>
                    <a:pt x="0" y="149"/>
                  </a:lnTo>
                  <a:lnTo>
                    <a:pt x="19" y="16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50"/>
            <p:cNvSpPr/>
            <p:nvPr/>
          </p:nvSpPr>
          <p:spPr>
            <a:xfrm>
              <a:off x="6063300" y="2058850"/>
              <a:ext cx="475" cy="5600"/>
            </a:xfrm>
            <a:custGeom>
              <a:avLst/>
              <a:gdLst/>
              <a:ahLst/>
              <a:cxnLst/>
              <a:rect l="l" t="t" r="r" b="b"/>
              <a:pathLst>
                <a:path w="19" h="224" extrusionOk="0">
                  <a:moveTo>
                    <a:pt x="19" y="0"/>
                  </a:moveTo>
                  <a:lnTo>
                    <a:pt x="0" y="37"/>
                  </a:lnTo>
                  <a:lnTo>
                    <a:pt x="0" y="205"/>
                  </a:lnTo>
                  <a:lnTo>
                    <a:pt x="19" y="22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50"/>
            <p:cNvSpPr/>
            <p:nvPr/>
          </p:nvSpPr>
          <p:spPr>
            <a:xfrm>
              <a:off x="6063750" y="2058375"/>
              <a:ext cx="500" cy="6550"/>
            </a:xfrm>
            <a:custGeom>
              <a:avLst/>
              <a:gdLst/>
              <a:ahLst/>
              <a:cxnLst/>
              <a:rect l="l" t="t" r="r" b="b"/>
              <a:pathLst>
                <a:path w="20" h="262" extrusionOk="0">
                  <a:moveTo>
                    <a:pt x="19" y="1"/>
                  </a:moveTo>
                  <a:lnTo>
                    <a:pt x="1" y="19"/>
                  </a:lnTo>
                  <a:lnTo>
                    <a:pt x="1" y="242"/>
                  </a:lnTo>
                  <a:lnTo>
                    <a:pt x="19" y="26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50"/>
            <p:cNvSpPr/>
            <p:nvPr/>
          </p:nvSpPr>
          <p:spPr>
            <a:xfrm>
              <a:off x="6064225" y="2057900"/>
              <a:ext cx="475" cy="7475"/>
            </a:xfrm>
            <a:custGeom>
              <a:avLst/>
              <a:gdLst/>
              <a:ahLst/>
              <a:cxnLst/>
              <a:rect l="l" t="t" r="r" b="b"/>
              <a:pathLst>
                <a:path w="19" h="299" extrusionOk="0">
                  <a:moveTo>
                    <a:pt x="19" y="1"/>
                  </a:moveTo>
                  <a:lnTo>
                    <a:pt x="0" y="20"/>
                  </a:lnTo>
                  <a:lnTo>
                    <a:pt x="0" y="280"/>
                  </a:lnTo>
                  <a:lnTo>
                    <a:pt x="19" y="29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50"/>
            <p:cNvSpPr/>
            <p:nvPr/>
          </p:nvSpPr>
          <p:spPr>
            <a:xfrm>
              <a:off x="606467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9" y="0"/>
                  </a:moveTo>
                  <a:lnTo>
                    <a:pt x="1" y="19"/>
                  </a:lnTo>
                  <a:lnTo>
                    <a:pt x="1" y="317"/>
                  </a:lnTo>
                  <a:lnTo>
                    <a:pt x="19" y="35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50"/>
            <p:cNvSpPr/>
            <p:nvPr/>
          </p:nvSpPr>
          <p:spPr>
            <a:xfrm>
              <a:off x="606515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38" y="1"/>
                  </a:moveTo>
                  <a:lnTo>
                    <a:pt x="0" y="19"/>
                  </a:lnTo>
                  <a:lnTo>
                    <a:pt x="0" y="373"/>
                  </a:lnTo>
                  <a:lnTo>
                    <a:pt x="38" y="392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50"/>
            <p:cNvSpPr/>
            <p:nvPr/>
          </p:nvSpPr>
          <p:spPr>
            <a:xfrm>
              <a:off x="6066075" y="2056525"/>
              <a:ext cx="500" cy="10725"/>
            </a:xfrm>
            <a:custGeom>
              <a:avLst/>
              <a:gdLst/>
              <a:ahLst/>
              <a:cxnLst/>
              <a:rect l="l" t="t" r="r" b="b"/>
              <a:pathLst>
                <a:path w="20" h="429" extrusionOk="0">
                  <a:moveTo>
                    <a:pt x="19" y="0"/>
                  </a:moveTo>
                  <a:lnTo>
                    <a:pt x="1" y="19"/>
                  </a:lnTo>
                  <a:lnTo>
                    <a:pt x="1" y="410"/>
                  </a:lnTo>
                  <a:lnTo>
                    <a:pt x="19" y="42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50"/>
            <p:cNvSpPr/>
            <p:nvPr/>
          </p:nvSpPr>
          <p:spPr>
            <a:xfrm>
              <a:off x="6066550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19" y="1"/>
                  </a:moveTo>
                  <a:lnTo>
                    <a:pt x="0" y="38"/>
                  </a:lnTo>
                  <a:lnTo>
                    <a:pt x="0" y="466"/>
                  </a:lnTo>
                  <a:lnTo>
                    <a:pt x="19" y="4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50"/>
            <p:cNvSpPr/>
            <p:nvPr/>
          </p:nvSpPr>
          <p:spPr>
            <a:xfrm>
              <a:off x="60670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20" y="0"/>
                  </a:moveTo>
                  <a:lnTo>
                    <a:pt x="1" y="19"/>
                  </a:lnTo>
                  <a:lnTo>
                    <a:pt x="1" y="503"/>
                  </a:lnTo>
                  <a:lnTo>
                    <a:pt x="20" y="52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50"/>
            <p:cNvSpPr/>
            <p:nvPr/>
          </p:nvSpPr>
          <p:spPr>
            <a:xfrm>
              <a:off x="6067475" y="2054650"/>
              <a:ext cx="500" cy="13975"/>
            </a:xfrm>
            <a:custGeom>
              <a:avLst/>
              <a:gdLst/>
              <a:ahLst/>
              <a:cxnLst/>
              <a:rect l="l" t="t" r="r" b="b"/>
              <a:pathLst>
                <a:path w="20" h="559" extrusionOk="0">
                  <a:moveTo>
                    <a:pt x="19" y="1"/>
                  </a:moveTo>
                  <a:lnTo>
                    <a:pt x="1" y="19"/>
                  </a:lnTo>
                  <a:lnTo>
                    <a:pt x="1" y="540"/>
                  </a:lnTo>
                  <a:lnTo>
                    <a:pt x="19" y="55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50"/>
            <p:cNvSpPr/>
            <p:nvPr/>
          </p:nvSpPr>
          <p:spPr>
            <a:xfrm>
              <a:off x="6067950" y="2054200"/>
              <a:ext cx="475" cy="15375"/>
            </a:xfrm>
            <a:custGeom>
              <a:avLst/>
              <a:gdLst/>
              <a:ahLst/>
              <a:cxnLst/>
              <a:rect l="l" t="t" r="r" b="b"/>
              <a:pathLst>
                <a:path w="19" h="615" extrusionOk="0">
                  <a:moveTo>
                    <a:pt x="19" y="0"/>
                  </a:moveTo>
                  <a:lnTo>
                    <a:pt x="0" y="19"/>
                  </a:lnTo>
                  <a:lnTo>
                    <a:pt x="0" y="577"/>
                  </a:lnTo>
                  <a:lnTo>
                    <a:pt x="19" y="614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50"/>
            <p:cNvSpPr/>
            <p:nvPr/>
          </p:nvSpPr>
          <p:spPr>
            <a:xfrm>
              <a:off x="606840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38" y="0"/>
                  </a:moveTo>
                  <a:lnTo>
                    <a:pt x="1" y="19"/>
                  </a:lnTo>
                  <a:lnTo>
                    <a:pt x="1" y="633"/>
                  </a:lnTo>
                  <a:lnTo>
                    <a:pt x="38" y="652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50"/>
            <p:cNvSpPr/>
            <p:nvPr/>
          </p:nvSpPr>
          <p:spPr>
            <a:xfrm>
              <a:off x="606932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20" y="1"/>
                  </a:moveTo>
                  <a:lnTo>
                    <a:pt x="1" y="19"/>
                  </a:lnTo>
                  <a:lnTo>
                    <a:pt x="1" y="671"/>
                  </a:lnTo>
                  <a:lnTo>
                    <a:pt x="20" y="689"/>
                  </a:lnTo>
                  <a:lnTo>
                    <a:pt x="2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50"/>
            <p:cNvSpPr/>
            <p:nvPr/>
          </p:nvSpPr>
          <p:spPr>
            <a:xfrm>
              <a:off x="6069800" y="2052325"/>
              <a:ext cx="500" cy="18650"/>
            </a:xfrm>
            <a:custGeom>
              <a:avLst/>
              <a:gdLst/>
              <a:ahLst/>
              <a:cxnLst/>
              <a:rect l="l" t="t" r="r" b="b"/>
              <a:pathLst>
                <a:path w="20" h="746" extrusionOk="0">
                  <a:moveTo>
                    <a:pt x="19" y="1"/>
                  </a:moveTo>
                  <a:lnTo>
                    <a:pt x="1" y="38"/>
                  </a:lnTo>
                  <a:lnTo>
                    <a:pt x="1" y="726"/>
                  </a:lnTo>
                  <a:lnTo>
                    <a:pt x="19" y="74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50"/>
            <p:cNvSpPr/>
            <p:nvPr/>
          </p:nvSpPr>
          <p:spPr>
            <a:xfrm>
              <a:off x="6070275" y="2051875"/>
              <a:ext cx="475" cy="19550"/>
            </a:xfrm>
            <a:custGeom>
              <a:avLst/>
              <a:gdLst/>
              <a:ahLst/>
              <a:cxnLst/>
              <a:rect l="l" t="t" r="r" b="b"/>
              <a:pathLst>
                <a:path w="19" h="782" extrusionOk="0">
                  <a:moveTo>
                    <a:pt x="19" y="0"/>
                  </a:moveTo>
                  <a:lnTo>
                    <a:pt x="0" y="19"/>
                  </a:lnTo>
                  <a:lnTo>
                    <a:pt x="0" y="763"/>
                  </a:lnTo>
                  <a:lnTo>
                    <a:pt x="19" y="78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50"/>
            <p:cNvSpPr/>
            <p:nvPr/>
          </p:nvSpPr>
          <p:spPr>
            <a:xfrm>
              <a:off x="607072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9" y="0"/>
                  </a:moveTo>
                  <a:lnTo>
                    <a:pt x="1" y="19"/>
                  </a:lnTo>
                  <a:lnTo>
                    <a:pt x="1" y="801"/>
                  </a:lnTo>
                  <a:lnTo>
                    <a:pt x="19" y="819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50"/>
            <p:cNvSpPr/>
            <p:nvPr/>
          </p:nvSpPr>
          <p:spPr>
            <a:xfrm>
              <a:off x="6071200" y="2050925"/>
              <a:ext cx="500" cy="21900"/>
            </a:xfrm>
            <a:custGeom>
              <a:avLst/>
              <a:gdLst/>
              <a:ahLst/>
              <a:cxnLst/>
              <a:rect l="l" t="t" r="r" b="b"/>
              <a:pathLst>
                <a:path w="20" h="876" extrusionOk="0">
                  <a:moveTo>
                    <a:pt x="19" y="1"/>
                  </a:moveTo>
                  <a:lnTo>
                    <a:pt x="0" y="19"/>
                  </a:lnTo>
                  <a:lnTo>
                    <a:pt x="0" y="838"/>
                  </a:lnTo>
                  <a:lnTo>
                    <a:pt x="19" y="87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50"/>
            <p:cNvSpPr/>
            <p:nvPr/>
          </p:nvSpPr>
          <p:spPr>
            <a:xfrm>
              <a:off x="6071675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37" y="0"/>
                  </a:moveTo>
                  <a:lnTo>
                    <a:pt x="0" y="19"/>
                  </a:lnTo>
                  <a:lnTo>
                    <a:pt x="0" y="893"/>
                  </a:lnTo>
                  <a:lnTo>
                    <a:pt x="37" y="912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50"/>
            <p:cNvSpPr/>
            <p:nvPr/>
          </p:nvSpPr>
          <p:spPr>
            <a:xfrm>
              <a:off x="6072600" y="2050000"/>
              <a:ext cx="475" cy="23750"/>
            </a:xfrm>
            <a:custGeom>
              <a:avLst/>
              <a:gdLst/>
              <a:ahLst/>
              <a:cxnLst/>
              <a:rect l="l" t="t" r="r" b="b"/>
              <a:pathLst>
                <a:path w="19" h="950" extrusionOk="0">
                  <a:moveTo>
                    <a:pt x="19" y="1"/>
                  </a:moveTo>
                  <a:lnTo>
                    <a:pt x="0" y="19"/>
                  </a:lnTo>
                  <a:lnTo>
                    <a:pt x="0" y="931"/>
                  </a:lnTo>
                  <a:lnTo>
                    <a:pt x="19" y="950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50"/>
            <p:cNvSpPr/>
            <p:nvPr/>
          </p:nvSpPr>
          <p:spPr>
            <a:xfrm>
              <a:off x="60730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9" y="0"/>
                  </a:moveTo>
                  <a:lnTo>
                    <a:pt x="1" y="38"/>
                  </a:lnTo>
                  <a:lnTo>
                    <a:pt x="1" y="987"/>
                  </a:lnTo>
                  <a:lnTo>
                    <a:pt x="19" y="1005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50"/>
            <p:cNvSpPr/>
            <p:nvPr/>
          </p:nvSpPr>
          <p:spPr>
            <a:xfrm>
              <a:off x="6073525" y="2048600"/>
              <a:ext cx="500" cy="26075"/>
            </a:xfrm>
            <a:custGeom>
              <a:avLst/>
              <a:gdLst/>
              <a:ahLst/>
              <a:cxnLst/>
              <a:rect l="l" t="t" r="r" b="b"/>
              <a:pathLst>
                <a:path w="20" h="1043" extrusionOk="0">
                  <a:moveTo>
                    <a:pt x="19" y="1"/>
                  </a:moveTo>
                  <a:lnTo>
                    <a:pt x="0" y="19"/>
                  </a:lnTo>
                  <a:lnTo>
                    <a:pt x="0" y="1024"/>
                  </a:lnTo>
                  <a:lnTo>
                    <a:pt x="19" y="1043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50"/>
            <p:cNvSpPr/>
            <p:nvPr/>
          </p:nvSpPr>
          <p:spPr>
            <a:xfrm>
              <a:off x="6074000" y="2048150"/>
              <a:ext cx="475" cy="27000"/>
            </a:xfrm>
            <a:custGeom>
              <a:avLst/>
              <a:gdLst/>
              <a:ahLst/>
              <a:cxnLst/>
              <a:rect l="l" t="t" r="r" b="b"/>
              <a:pathLst>
                <a:path w="19" h="1080" extrusionOk="0">
                  <a:moveTo>
                    <a:pt x="19" y="0"/>
                  </a:moveTo>
                  <a:lnTo>
                    <a:pt x="0" y="19"/>
                  </a:lnTo>
                  <a:lnTo>
                    <a:pt x="0" y="1061"/>
                  </a:lnTo>
                  <a:lnTo>
                    <a:pt x="19" y="108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50"/>
            <p:cNvSpPr/>
            <p:nvPr/>
          </p:nvSpPr>
          <p:spPr>
            <a:xfrm>
              <a:off x="6074450" y="2047675"/>
              <a:ext cx="500" cy="28400"/>
            </a:xfrm>
            <a:custGeom>
              <a:avLst/>
              <a:gdLst/>
              <a:ahLst/>
              <a:cxnLst/>
              <a:rect l="l" t="t" r="r" b="b"/>
              <a:pathLst>
                <a:path w="20" h="1136" extrusionOk="0">
                  <a:moveTo>
                    <a:pt x="19" y="1"/>
                  </a:moveTo>
                  <a:lnTo>
                    <a:pt x="1" y="19"/>
                  </a:lnTo>
                  <a:lnTo>
                    <a:pt x="1" y="1099"/>
                  </a:lnTo>
                  <a:lnTo>
                    <a:pt x="19" y="1136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50"/>
            <p:cNvSpPr/>
            <p:nvPr/>
          </p:nvSpPr>
          <p:spPr>
            <a:xfrm>
              <a:off x="60749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38" y="1"/>
                  </a:moveTo>
                  <a:lnTo>
                    <a:pt x="0" y="20"/>
                  </a:lnTo>
                  <a:lnTo>
                    <a:pt x="0" y="1155"/>
                  </a:lnTo>
                  <a:lnTo>
                    <a:pt x="38" y="1173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50"/>
            <p:cNvSpPr/>
            <p:nvPr/>
          </p:nvSpPr>
          <p:spPr>
            <a:xfrm>
              <a:off x="6075850" y="2046750"/>
              <a:ext cx="500" cy="30250"/>
            </a:xfrm>
            <a:custGeom>
              <a:avLst/>
              <a:gdLst/>
              <a:ahLst/>
              <a:cxnLst/>
              <a:rect l="l" t="t" r="r" b="b"/>
              <a:pathLst>
                <a:path w="20" h="1210" extrusionOk="0">
                  <a:moveTo>
                    <a:pt x="19" y="0"/>
                  </a:moveTo>
                  <a:lnTo>
                    <a:pt x="1" y="19"/>
                  </a:lnTo>
                  <a:lnTo>
                    <a:pt x="1" y="1191"/>
                  </a:lnTo>
                  <a:lnTo>
                    <a:pt x="19" y="121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50"/>
            <p:cNvSpPr/>
            <p:nvPr/>
          </p:nvSpPr>
          <p:spPr>
            <a:xfrm>
              <a:off x="6076325" y="2045825"/>
              <a:ext cx="475" cy="31650"/>
            </a:xfrm>
            <a:custGeom>
              <a:avLst/>
              <a:gdLst/>
              <a:ahLst/>
              <a:cxnLst/>
              <a:rect l="l" t="t" r="r" b="b"/>
              <a:pathLst>
                <a:path w="19" h="1266" extrusionOk="0">
                  <a:moveTo>
                    <a:pt x="19" y="0"/>
                  </a:moveTo>
                  <a:lnTo>
                    <a:pt x="0" y="37"/>
                  </a:lnTo>
                  <a:lnTo>
                    <a:pt x="0" y="1247"/>
                  </a:lnTo>
                  <a:lnTo>
                    <a:pt x="19" y="1266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50"/>
            <p:cNvSpPr/>
            <p:nvPr/>
          </p:nvSpPr>
          <p:spPr>
            <a:xfrm>
              <a:off x="607677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9" y="0"/>
                  </a:moveTo>
                  <a:lnTo>
                    <a:pt x="1" y="19"/>
                  </a:lnTo>
                  <a:lnTo>
                    <a:pt x="1" y="1285"/>
                  </a:lnTo>
                  <a:lnTo>
                    <a:pt x="19" y="130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50"/>
            <p:cNvSpPr/>
            <p:nvPr/>
          </p:nvSpPr>
          <p:spPr>
            <a:xfrm>
              <a:off x="6077250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19" y="1"/>
                  </a:moveTo>
                  <a:lnTo>
                    <a:pt x="0" y="19"/>
                  </a:lnTo>
                  <a:lnTo>
                    <a:pt x="0" y="1322"/>
                  </a:lnTo>
                  <a:lnTo>
                    <a:pt x="19" y="134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50"/>
            <p:cNvSpPr/>
            <p:nvPr/>
          </p:nvSpPr>
          <p:spPr>
            <a:xfrm>
              <a:off x="60777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20" y="0"/>
                  </a:moveTo>
                  <a:lnTo>
                    <a:pt x="1" y="19"/>
                  </a:lnTo>
                  <a:lnTo>
                    <a:pt x="1" y="1359"/>
                  </a:lnTo>
                  <a:lnTo>
                    <a:pt x="20" y="1396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50"/>
            <p:cNvSpPr/>
            <p:nvPr/>
          </p:nvSpPr>
          <p:spPr>
            <a:xfrm>
              <a:off x="60781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38" y="1"/>
                  </a:moveTo>
                  <a:lnTo>
                    <a:pt x="1" y="19"/>
                  </a:lnTo>
                  <a:lnTo>
                    <a:pt x="1" y="1415"/>
                  </a:lnTo>
                  <a:lnTo>
                    <a:pt x="38" y="1434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50"/>
            <p:cNvSpPr/>
            <p:nvPr/>
          </p:nvSpPr>
          <p:spPr>
            <a:xfrm>
              <a:off x="60791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9" y="0"/>
                  </a:moveTo>
                  <a:lnTo>
                    <a:pt x="1" y="19"/>
                  </a:lnTo>
                  <a:lnTo>
                    <a:pt x="1" y="1452"/>
                  </a:lnTo>
                  <a:lnTo>
                    <a:pt x="19" y="1470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50"/>
            <p:cNvSpPr/>
            <p:nvPr/>
          </p:nvSpPr>
          <p:spPr>
            <a:xfrm>
              <a:off x="6079575" y="2042550"/>
              <a:ext cx="500" cy="38175"/>
            </a:xfrm>
            <a:custGeom>
              <a:avLst/>
              <a:gdLst/>
              <a:ahLst/>
              <a:cxnLst/>
              <a:rect l="l" t="t" r="r" b="b"/>
              <a:pathLst>
                <a:path w="20" h="1527" extrusionOk="0">
                  <a:moveTo>
                    <a:pt x="19" y="1"/>
                  </a:moveTo>
                  <a:lnTo>
                    <a:pt x="0" y="38"/>
                  </a:lnTo>
                  <a:lnTo>
                    <a:pt x="0" y="1508"/>
                  </a:lnTo>
                  <a:lnTo>
                    <a:pt x="19" y="152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50"/>
            <p:cNvSpPr/>
            <p:nvPr/>
          </p:nvSpPr>
          <p:spPr>
            <a:xfrm>
              <a:off x="6080050" y="2042100"/>
              <a:ext cx="475" cy="39100"/>
            </a:xfrm>
            <a:custGeom>
              <a:avLst/>
              <a:gdLst/>
              <a:ahLst/>
              <a:cxnLst/>
              <a:rect l="l" t="t" r="r" b="b"/>
              <a:pathLst>
                <a:path w="19" h="1564" extrusionOk="0">
                  <a:moveTo>
                    <a:pt x="19" y="0"/>
                  </a:moveTo>
                  <a:lnTo>
                    <a:pt x="0" y="19"/>
                  </a:lnTo>
                  <a:lnTo>
                    <a:pt x="0" y="1545"/>
                  </a:lnTo>
                  <a:lnTo>
                    <a:pt x="19" y="1563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50"/>
            <p:cNvSpPr/>
            <p:nvPr/>
          </p:nvSpPr>
          <p:spPr>
            <a:xfrm>
              <a:off x="6080500" y="2041625"/>
              <a:ext cx="500" cy="40050"/>
            </a:xfrm>
            <a:custGeom>
              <a:avLst/>
              <a:gdLst/>
              <a:ahLst/>
              <a:cxnLst/>
              <a:rect l="l" t="t" r="r" b="b"/>
              <a:pathLst>
                <a:path w="20" h="1602" extrusionOk="0">
                  <a:moveTo>
                    <a:pt x="19" y="1"/>
                  </a:moveTo>
                  <a:lnTo>
                    <a:pt x="1" y="19"/>
                  </a:lnTo>
                  <a:lnTo>
                    <a:pt x="1" y="1582"/>
                  </a:lnTo>
                  <a:lnTo>
                    <a:pt x="19" y="1601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50"/>
            <p:cNvSpPr/>
            <p:nvPr/>
          </p:nvSpPr>
          <p:spPr>
            <a:xfrm>
              <a:off x="6080975" y="2041150"/>
              <a:ext cx="475" cy="41450"/>
            </a:xfrm>
            <a:custGeom>
              <a:avLst/>
              <a:gdLst/>
              <a:ahLst/>
              <a:cxnLst/>
              <a:rect l="l" t="t" r="r" b="b"/>
              <a:pathLst>
                <a:path w="19" h="1658" extrusionOk="0">
                  <a:moveTo>
                    <a:pt x="19" y="1"/>
                  </a:moveTo>
                  <a:lnTo>
                    <a:pt x="0" y="20"/>
                  </a:lnTo>
                  <a:lnTo>
                    <a:pt x="0" y="1620"/>
                  </a:lnTo>
                  <a:lnTo>
                    <a:pt x="19" y="165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50"/>
            <p:cNvSpPr/>
            <p:nvPr/>
          </p:nvSpPr>
          <p:spPr>
            <a:xfrm>
              <a:off x="6081425" y="2040700"/>
              <a:ext cx="975" cy="42350"/>
            </a:xfrm>
            <a:custGeom>
              <a:avLst/>
              <a:gdLst/>
              <a:ahLst/>
              <a:cxnLst/>
              <a:rect l="l" t="t" r="r" b="b"/>
              <a:pathLst>
                <a:path w="39" h="1694" extrusionOk="0">
                  <a:moveTo>
                    <a:pt x="38" y="0"/>
                  </a:moveTo>
                  <a:lnTo>
                    <a:pt x="1" y="19"/>
                  </a:lnTo>
                  <a:lnTo>
                    <a:pt x="1" y="1675"/>
                  </a:lnTo>
                  <a:lnTo>
                    <a:pt x="38" y="1694"/>
                  </a:lnTo>
                  <a:lnTo>
                    <a:pt x="38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50"/>
            <p:cNvSpPr/>
            <p:nvPr/>
          </p:nvSpPr>
          <p:spPr>
            <a:xfrm>
              <a:off x="6082375" y="2040225"/>
              <a:ext cx="475" cy="43300"/>
            </a:xfrm>
            <a:custGeom>
              <a:avLst/>
              <a:gdLst/>
              <a:ahLst/>
              <a:cxnLst/>
              <a:rect l="l" t="t" r="r" b="b"/>
              <a:pathLst>
                <a:path w="19" h="1732" extrusionOk="0">
                  <a:moveTo>
                    <a:pt x="19" y="1"/>
                  </a:moveTo>
                  <a:lnTo>
                    <a:pt x="0" y="19"/>
                  </a:lnTo>
                  <a:lnTo>
                    <a:pt x="0" y="1713"/>
                  </a:lnTo>
                  <a:lnTo>
                    <a:pt x="19" y="1732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50"/>
            <p:cNvSpPr/>
            <p:nvPr/>
          </p:nvSpPr>
          <p:spPr>
            <a:xfrm>
              <a:off x="6082825" y="2039300"/>
              <a:ext cx="500" cy="44700"/>
            </a:xfrm>
            <a:custGeom>
              <a:avLst/>
              <a:gdLst/>
              <a:ahLst/>
              <a:cxnLst/>
              <a:rect l="l" t="t" r="r" b="b"/>
              <a:pathLst>
                <a:path w="20" h="1788" extrusionOk="0">
                  <a:moveTo>
                    <a:pt x="19" y="1"/>
                  </a:moveTo>
                  <a:lnTo>
                    <a:pt x="1" y="38"/>
                  </a:lnTo>
                  <a:lnTo>
                    <a:pt x="1" y="1769"/>
                  </a:lnTo>
                  <a:lnTo>
                    <a:pt x="19" y="1787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50"/>
            <p:cNvSpPr/>
            <p:nvPr/>
          </p:nvSpPr>
          <p:spPr>
            <a:xfrm>
              <a:off x="6083300" y="2038825"/>
              <a:ext cx="475" cy="45625"/>
            </a:xfrm>
            <a:custGeom>
              <a:avLst/>
              <a:gdLst/>
              <a:ahLst/>
              <a:cxnLst/>
              <a:rect l="l" t="t" r="r" b="b"/>
              <a:pathLst>
                <a:path w="19" h="1825" extrusionOk="0">
                  <a:moveTo>
                    <a:pt x="19" y="1"/>
                  </a:moveTo>
                  <a:lnTo>
                    <a:pt x="0" y="20"/>
                  </a:lnTo>
                  <a:lnTo>
                    <a:pt x="0" y="1806"/>
                  </a:lnTo>
                  <a:lnTo>
                    <a:pt x="19" y="182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50"/>
            <p:cNvSpPr/>
            <p:nvPr/>
          </p:nvSpPr>
          <p:spPr>
            <a:xfrm>
              <a:off x="60837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20" y="0"/>
                  </a:moveTo>
                  <a:lnTo>
                    <a:pt x="1" y="19"/>
                  </a:lnTo>
                  <a:lnTo>
                    <a:pt x="1" y="1843"/>
                  </a:lnTo>
                  <a:lnTo>
                    <a:pt x="20" y="1861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50"/>
            <p:cNvSpPr/>
            <p:nvPr/>
          </p:nvSpPr>
          <p:spPr>
            <a:xfrm>
              <a:off x="6084225" y="2037900"/>
              <a:ext cx="500" cy="47950"/>
            </a:xfrm>
            <a:custGeom>
              <a:avLst/>
              <a:gdLst/>
              <a:ahLst/>
              <a:cxnLst/>
              <a:rect l="l" t="t" r="r" b="b"/>
              <a:pathLst>
                <a:path w="20" h="1918" extrusionOk="0">
                  <a:moveTo>
                    <a:pt x="19" y="1"/>
                  </a:moveTo>
                  <a:lnTo>
                    <a:pt x="1" y="19"/>
                  </a:lnTo>
                  <a:lnTo>
                    <a:pt x="1" y="1880"/>
                  </a:lnTo>
                  <a:lnTo>
                    <a:pt x="19" y="1918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p50"/>
            <p:cNvSpPr/>
            <p:nvPr/>
          </p:nvSpPr>
          <p:spPr>
            <a:xfrm>
              <a:off x="6084700" y="2037450"/>
              <a:ext cx="950" cy="48875"/>
            </a:xfrm>
            <a:custGeom>
              <a:avLst/>
              <a:gdLst/>
              <a:ahLst/>
              <a:cxnLst/>
              <a:rect l="l" t="t" r="r" b="b"/>
              <a:pathLst>
                <a:path w="38" h="1955" extrusionOk="0">
                  <a:moveTo>
                    <a:pt x="37" y="0"/>
                  </a:moveTo>
                  <a:lnTo>
                    <a:pt x="0" y="19"/>
                  </a:lnTo>
                  <a:lnTo>
                    <a:pt x="0" y="1936"/>
                  </a:lnTo>
                  <a:lnTo>
                    <a:pt x="37" y="1954"/>
                  </a:lnTo>
                  <a:lnTo>
                    <a:pt x="37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50"/>
            <p:cNvSpPr/>
            <p:nvPr/>
          </p:nvSpPr>
          <p:spPr>
            <a:xfrm>
              <a:off x="6085625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19" y="0"/>
                  </a:moveTo>
                  <a:lnTo>
                    <a:pt x="0" y="19"/>
                  </a:lnTo>
                  <a:lnTo>
                    <a:pt x="0" y="1973"/>
                  </a:lnTo>
                  <a:lnTo>
                    <a:pt x="19" y="199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50"/>
            <p:cNvSpPr/>
            <p:nvPr/>
          </p:nvSpPr>
          <p:spPr>
            <a:xfrm>
              <a:off x="608607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20" y="0"/>
                  </a:moveTo>
                  <a:lnTo>
                    <a:pt x="1" y="37"/>
                  </a:lnTo>
                  <a:lnTo>
                    <a:pt x="1" y="2029"/>
                  </a:lnTo>
                  <a:lnTo>
                    <a:pt x="20" y="2047"/>
                  </a:lnTo>
                  <a:lnTo>
                    <a:pt x="2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50"/>
            <p:cNvSpPr/>
            <p:nvPr/>
          </p:nvSpPr>
          <p:spPr>
            <a:xfrm>
              <a:off x="6086550" y="2035575"/>
              <a:ext cx="500" cy="52150"/>
            </a:xfrm>
            <a:custGeom>
              <a:avLst/>
              <a:gdLst/>
              <a:ahLst/>
              <a:cxnLst/>
              <a:rect l="l" t="t" r="r" b="b"/>
              <a:pathLst>
                <a:path w="20" h="2086" extrusionOk="0">
                  <a:moveTo>
                    <a:pt x="19" y="1"/>
                  </a:moveTo>
                  <a:lnTo>
                    <a:pt x="1" y="19"/>
                  </a:lnTo>
                  <a:lnTo>
                    <a:pt x="1" y="2066"/>
                  </a:lnTo>
                  <a:lnTo>
                    <a:pt x="19" y="2085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50"/>
            <p:cNvSpPr/>
            <p:nvPr/>
          </p:nvSpPr>
          <p:spPr>
            <a:xfrm>
              <a:off x="6087025" y="2035125"/>
              <a:ext cx="475" cy="53050"/>
            </a:xfrm>
            <a:custGeom>
              <a:avLst/>
              <a:gdLst/>
              <a:ahLst/>
              <a:cxnLst/>
              <a:rect l="l" t="t" r="r" b="b"/>
              <a:pathLst>
                <a:path w="19" h="2122" extrusionOk="0">
                  <a:moveTo>
                    <a:pt x="19" y="0"/>
                  </a:moveTo>
                  <a:lnTo>
                    <a:pt x="0" y="19"/>
                  </a:lnTo>
                  <a:lnTo>
                    <a:pt x="0" y="2103"/>
                  </a:lnTo>
                  <a:lnTo>
                    <a:pt x="19" y="212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50"/>
            <p:cNvSpPr/>
            <p:nvPr/>
          </p:nvSpPr>
          <p:spPr>
            <a:xfrm>
              <a:off x="608747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9" y="0"/>
                  </a:moveTo>
                  <a:lnTo>
                    <a:pt x="1" y="19"/>
                  </a:lnTo>
                  <a:lnTo>
                    <a:pt x="1" y="2141"/>
                  </a:lnTo>
                  <a:lnTo>
                    <a:pt x="19" y="2178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50"/>
            <p:cNvSpPr/>
            <p:nvPr/>
          </p:nvSpPr>
          <p:spPr>
            <a:xfrm>
              <a:off x="608795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38" y="1"/>
                  </a:moveTo>
                  <a:lnTo>
                    <a:pt x="0" y="19"/>
                  </a:lnTo>
                  <a:lnTo>
                    <a:pt x="0" y="2197"/>
                  </a:lnTo>
                  <a:lnTo>
                    <a:pt x="38" y="2215"/>
                  </a:lnTo>
                  <a:lnTo>
                    <a:pt x="38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50"/>
            <p:cNvSpPr/>
            <p:nvPr/>
          </p:nvSpPr>
          <p:spPr>
            <a:xfrm>
              <a:off x="6088875" y="2033725"/>
              <a:ext cx="500" cy="56325"/>
            </a:xfrm>
            <a:custGeom>
              <a:avLst/>
              <a:gdLst/>
              <a:ahLst/>
              <a:cxnLst/>
              <a:rect l="l" t="t" r="r" b="b"/>
              <a:pathLst>
                <a:path w="20" h="2253" extrusionOk="0">
                  <a:moveTo>
                    <a:pt x="19" y="0"/>
                  </a:moveTo>
                  <a:lnTo>
                    <a:pt x="1" y="19"/>
                  </a:lnTo>
                  <a:lnTo>
                    <a:pt x="1" y="2233"/>
                  </a:lnTo>
                  <a:lnTo>
                    <a:pt x="19" y="2252"/>
                  </a:lnTo>
                  <a:lnTo>
                    <a:pt x="19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50"/>
            <p:cNvSpPr/>
            <p:nvPr/>
          </p:nvSpPr>
          <p:spPr>
            <a:xfrm>
              <a:off x="6089350" y="2032775"/>
              <a:ext cx="475" cy="57725"/>
            </a:xfrm>
            <a:custGeom>
              <a:avLst/>
              <a:gdLst/>
              <a:ahLst/>
              <a:cxnLst/>
              <a:rect l="l" t="t" r="r" b="b"/>
              <a:pathLst>
                <a:path w="19" h="2309" extrusionOk="0">
                  <a:moveTo>
                    <a:pt x="19" y="1"/>
                  </a:moveTo>
                  <a:lnTo>
                    <a:pt x="0" y="38"/>
                  </a:lnTo>
                  <a:lnTo>
                    <a:pt x="0" y="2290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50"/>
            <p:cNvSpPr/>
            <p:nvPr/>
          </p:nvSpPr>
          <p:spPr>
            <a:xfrm>
              <a:off x="6089800" y="2032775"/>
              <a:ext cx="500" cy="58200"/>
            </a:xfrm>
            <a:custGeom>
              <a:avLst/>
              <a:gdLst/>
              <a:ahLst/>
              <a:cxnLst/>
              <a:rect l="l" t="t" r="r" b="b"/>
              <a:pathLst>
                <a:path w="20" h="2328" extrusionOk="0">
                  <a:moveTo>
                    <a:pt x="1" y="1"/>
                  </a:moveTo>
                  <a:lnTo>
                    <a:pt x="1" y="2309"/>
                  </a:lnTo>
                  <a:lnTo>
                    <a:pt x="19" y="2327"/>
                  </a:lnTo>
                  <a:lnTo>
                    <a:pt x="19" y="2309"/>
                  </a:lnTo>
                  <a:lnTo>
                    <a:pt x="1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50"/>
            <p:cNvSpPr/>
            <p:nvPr/>
          </p:nvSpPr>
          <p:spPr>
            <a:xfrm>
              <a:off x="6090275" y="2032775"/>
              <a:ext cx="500" cy="57725"/>
            </a:xfrm>
            <a:custGeom>
              <a:avLst/>
              <a:gdLst/>
              <a:ahLst/>
              <a:cxnLst/>
              <a:rect l="l" t="t" r="r" b="b"/>
              <a:pathLst>
                <a:path w="20" h="2309" extrusionOk="0">
                  <a:moveTo>
                    <a:pt x="0" y="1"/>
                  </a:moveTo>
                  <a:lnTo>
                    <a:pt x="0" y="2309"/>
                  </a:lnTo>
                  <a:lnTo>
                    <a:pt x="19" y="229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50"/>
            <p:cNvSpPr/>
            <p:nvPr/>
          </p:nvSpPr>
          <p:spPr>
            <a:xfrm>
              <a:off x="6090750" y="2033250"/>
              <a:ext cx="475" cy="56800"/>
            </a:xfrm>
            <a:custGeom>
              <a:avLst/>
              <a:gdLst/>
              <a:ahLst/>
              <a:cxnLst/>
              <a:rect l="l" t="t" r="r" b="b"/>
              <a:pathLst>
                <a:path w="19" h="2272" extrusionOk="0">
                  <a:moveTo>
                    <a:pt x="0" y="1"/>
                  </a:moveTo>
                  <a:lnTo>
                    <a:pt x="0" y="2271"/>
                  </a:lnTo>
                  <a:lnTo>
                    <a:pt x="19" y="2252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50"/>
            <p:cNvSpPr/>
            <p:nvPr/>
          </p:nvSpPr>
          <p:spPr>
            <a:xfrm>
              <a:off x="6091200" y="2034175"/>
              <a:ext cx="950" cy="55400"/>
            </a:xfrm>
            <a:custGeom>
              <a:avLst/>
              <a:gdLst/>
              <a:ahLst/>
              <a:cxnLst/>
              <a:rect l="l" t="t" r="r" b="b"/>
              <a:pathLst>
                <a:path w="38" h="2216" extrusionOk="0">
                  <a:moveTo>
                    <a:pt x="1" y="1"/>
                  </a:moveTo>
                  <a:lnTo>
                    <a:pt x="1" y="2215"/>
                  </a:lnTo>
                  <a:lnTo>
                    <a:pt x="38" y="2197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50"/>
            <p:cNvSpPr/>
            <p:nvPr/>
          </p:nvSpPr>
          <p:spPr>
            <a:xfrm>
              <a:off x="6092125" y="2034650"/>
              <a:ext cx="500" cy="54450"/>
            </a:xfrm>
            <a:custGeom>
              <a:avLst/>
              <a:gdLst/>
              <a:ahLst/>
              <a:cxnLst/>
              <a:rect l="l" t="t" r="r" b="b"/>
              <a:pathLst>
                <a:path w="20" h="2178" extrusionOk="0">
                  <a:moveTo>
                    <a:pt x="1" y="0"/>
                  </a:moveTo>
                  <a:lnTo>
                    <a:pt x="1" y="2178"/>
                  </a:lnTo>
                  <a:lnTo>
                    <a:pt x="20" y="214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50"/>
            <p:cNvSpPr/>
            <p:nvPr/>
          </p:nvSpPr>
          <p:spPr>
            <a:xfrm>
              <a:off x="6092600" y="2035125"/>
              <a:ext cx="500" cy="53050"/>
            </a:xfrm>
            <a:custGeom>
              <a:avLst/>
              <a:gdLst/>
              <a:ahLst/>
              <a:cxnLst/>
              <a:rect l="l" t="t" r="r" b="b"/>
              <a:pathLst>
                <a:path w="20" h="2122" extrusionOk="0">
                  <a:moveTo>
                    <a:pt x="1" y="0"/>
                  </a:moveTo>
                  <a:lnTo>
                    <a:pt x="1" y="2122"/>
                  </a:lnTo>
                  <a:lnTo>
                    <a:pt x="19" y="21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50"/>
            <p:cNvSpPr/>
            <p:nvPr/>
          </p:nvSpPr>
          <p:spPr>
            <a:xfrm>
              <a:off x="6093075" y="2035575"/>
              <a:ext cx="475" cy="52150"/>
            </a:xfrm>
            <a:custGeom>
              <a:avLst/>
              <a:gdLst/>
              <a:ahLst/>
              <a:cxnLst/>
              <a:rect l="l" t="t" r="r" b="b"/>
              <a:pathLst>
                <a:path w="19" h="2086" extrusionOk="0">
                  <a:moveTo>
                    <a:pt x="0" y="1"/>
                  </a:moveTo>
                  <a:lnTo>
                    <a:pt x="0" y="2085"/>
                  </a:lnTo>
                  <a:lnTo>
                    <a:pt x="19" y="206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50"/>
            <p:cNvSpPr/>
            <p:nvPr/>
          </p:nvSpPr>
          <p:spPr>
            <a:xfrm>
              <a:off x="6093525" y="2036050"/>
              <a:ext cx="500" cy="51200"/>
            </a:xfrm>
            <a:custGeom>
              <a:avLst/>
              <a:gdLst/>
              <a:ahLst/>
              <a:cxnLst/>
              <a:rect l="l" t="t" r="r" b="b"/>
              <a:pathLst>
                <a:path w="20" h="2048" extrusionOk="0">
                  <a:moveTo>
                    <a:pt x="1" y="0"/>
                  </a:moveTo>
                  <a:lnTo>
                    <a:pt x="1" y="2047"/>
                  </a:lnTo>
                  <a:lnTo>
                    <a:pt x="19" y="2029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50"/>
            <p:cNvSpPr/>
            <p:nvPr/>
          </p:nvSpPr>
          <p:spPr>
            <a:xfrm>
              <a:off x="6094000" y="2036975"/>
              <a:ext cx="475" cy="49800"/>
            </a:xfrm>
            <a:custGeom>
              <a:avLst/>
              <a:gdLst/>
              <a:ahLst/>
              <a:cxnLst/>
              <a:rect l="l" t="t" r="r" b="b"/>
              <a:pathLst>
                <a:path w="19" h="1992" extrusionOk="0">
                  <a:moveTo>
                    <a:pt x="0" y="0"/>
                  </a:moveTo>
                  <a:lnTo>
                    <a:pt x="0" y="1992"/>
                  </a:lnTo>
                  <a:lnTo>
                    <a:pt x="19" y="1973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50"/>
            <p:cNvSpPr/>
            <p:nvPr/>
          </p:nvSpPr>
          <p:spPr>
            <a:xfrm>
              <a:off x="6094450" y="2037450"/>
              <a:ext cx="975" cy="48875"/>
            </a:xfrm>
            <a:custGeom>
              <a:avLst/>
              <a:gdLst/>
              <a:ahLst/>
              <a:cxnLst/>
              <a:rect l="l" t="t" r="r" b="b"/>
              <a:pathLst>
                <a:path w="39" h="1955" extrusionOk="0">
                  <a:moveTo>
                    <a:pt x="1" y="0"/>
                  </a:moveTo>
                  <a:lnTo>
                    <a:pt x="1" y="1954"/>
                  </a:lnTo>
                  <a:lnTo>
                    <a:pt x="38" y="1936"/>
                  </a:lnTo>
                  <a:lnTo>
                    <a:pt x="38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50"/>
            <p:cNvSpPr/>
            <p:nvPr/>
          </p:nvSpPr>
          <p:spPr>
            <a:xfrm>
              <a:off x="6095400" y="2037900"/>
              <a:ext cx="475" cy="47950"/>
            </a:xfrm>
            <a:custGeom>
              <a:avLst/>
              <a:gdLst/>
              <a:ahLst/>
              <a:cxnLst/>
              <a:rect l="l" t="t" r="r" b="b"/>
              <a:pathLst>
                <a:path w="19" h="1918" extrusionOk="0">
                  <a:moveTo>
                    <a:pt x="0" y="1"/>
                  </a:moveTo>
                  <a:lnTo>
                    <a:pt x="0" y="1918"/>
                  </a:lnTo>
                  <a:lnTo>
                    <a:pt x="19" y="188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50"/>
            <p:cNvSpPr/>
            <p:nvPr/>
          </p:nvSpPr>
          <p:spPr>
            <a:xfrm>
              <a:off x="6095850" y="2038375"/>
              <a:ext cx="500" cy="46550"/>
            </a:xfrm>
            <a:custGeom>
              <a:avLst/>
              <a:gdLst/>
              <a:ahLst/>
              <a:cxnLst/>
              <a:rect l="l" t="t" r="r" b="b"/>
              <a:pathLst>
                <a:path w="20" h="1862" extrusionOk="0">
                  <a:moveTo>
                    <a:pt x="1" y="0"/>
                  </a:moveTo>
                  <a:lnTo>
                    <a:pt x="1" y="1861"/>
                  </a:lnTo>
                  <a:lnTo>
                    <a:pt x="19" y="184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50"/>
            <p:cNvSpPr/>
            <p:nvPr/>
          </p:nvSpPr>
          <p:spPr>
            <a:xfrm>
              <a:off x="6096325" y="2038825"/>
              <a:ext cx="500" cy="45625"/>
            </a:xfrm>
            <a:custGeom>
              <a:avLst/>
              <a:gdLst/>
              <a:ahLst/>
              <a:cxnLst/>
              <a:rect l="l" t="t" r="r" b="b"/>
              <a:pathLst>
                <a:path w="20" h="1825" extrusionOk="0">
                  <a:moveTo>
                    <a:pt x="0" y="1"/>
                  </a:moveTo>
                  <a:lnTo>
                    <a:pt x="0" y="1825"/>
                  </a:lnTo>
                  <a:lnTo>
                    <a:pt x="19" y="1806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50"/>
            <p:cNvSpPr/>
            <p:nvPr/>
          </p:nvSpPr>
          <p:spPr>
            <a:xfrm>
              <a:off x="6096800" y="2039300"/>
              <a:ext cx="475" cy="44700"/>
            </a:xfrm>
            <a:custGeom>
              <a:avLst/>
              <a:gdLst/>
              <a:ahLst/>
              <a:cxnLst/>
              <a:rect l="l" t="t" r="r" b="b"/>
              <a:pathLst>
                <a:path w="19" h="1788" extrusionOk="0">
                  <a:moveTo>
                    <a:pt x="0" y="1"/>
                  </a:moveTo>
                  <a:lnTo>
                    <a:pt x="0" y="1787"/>
                  </a:lnTo>
                  <a:lnTo>
                    <a:pt x="19" y="1769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50"/>
            <p:cNvSpPr/>
            <p:nvPr/>
          </p:nvSpPr>
          <p:spPr>
            <a:xfrm>
              <a:off x="6097250" y="2040225"/>
              <a:ext cx="500" cy="43300"/>
            </a:xfrm>
            <a:custGeom>
              <a:avLst/>
              <a:gdLst/>
              <a:ahLst/>
              <a:cxnLst/>
              <a:rect l="l" t="t" r="r" b="b"/>
              <a:pathLst>
                <a:path w="20" h="1732" extrusionOk="0">
                  <a:moveTo>
                    <a:pt x="1" y="1"/>
                  </a:moveTo>
                  <a:lnTo>
                    <a:pt x="1" y="1732"/>
                  </a:lnTo>
                  <a:lnTo>
                    <a:pt x="19" y="1713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50"/>
            <p:cNvSpPr/>
            <p:nvPr/>
          </p:nvSpPr>
          <p:spPr>
            <a:xfrm>
              <a:off x="6097725" y="2040700"/>
              <a:ext cx="950" cy="42350"/>
            </a:xfrm>
            <a:custGeom>
              <a:avLst/>
              <a:gdLst/>
              <a:ahLst/>
              <a:cxnLst/>
              <a:rect l="l" t="t" r="r" b="b"/>
              <a:pathLst>
                <a:path w="3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37" y="1675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50"/>
            <p:cNvSpPr/>
            <p:nvPr/>
          </p:nvSpPr>
          <p:spPr>
            <a:xfrm>
              <a:off x="6098650" y="2041150"/>
              <a:ext cx="500" cy="41450"/>
            </a:xfrm>
            <a:custGeom>
              <a:avLst/>
              <a:gdLst/>
              <a:ahLst/>
              <a:cxnLst/>
              <a:rect l="l" t="t" r="r" b="b"/>
              <a:pathLst>
                <a:path w="20" h="1658" extrusionOk="0">
                  <a:moveTo>
                    <a:pt x="0" y="1"/>
                  </a:moveTo>
                  <a:lnTo>
                    <a:pt x="0" y="1657"/>
                  </a:lnTo>
                  <a:lnTo>
                    <a:pt x="19" y="162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50"/>
            <p:cNvSpPr/>
            <p:nvPr/>
          </p:nvSpPr>
          <p:spPr>
            <a:xfrm>
              <a:off x="6099125" y="2041625"/>
              <a:ext cx="475" cy="40050"/>
            </a:xfrm>
            <a:custGeom>
              <a:avLst/>
              <a:gdLst/>
              <a:ahLst/>
              <a:cxnLst/>
              <a:rect l="l" t="t" r="r" b="b"/>
              <a:pathLst>
                <a:path w="19" h="1602" extrusionOk="0">
                  <a:moveTo>
                    <a:pt x="0" y="1"/>
                  </a:moveTo>
                  <a:lnTo>
                    <a:pt x="0" y="1601"/>
                  </a:lnTo>
                  <a:lnTo>
                    <a:pt x="19" y="158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50"/>
            <p:cNvSpPr/>
            <p:nvPr/>
          </p:nvSpPr>
          <p:spPr>
            <a:xfrm>
              <a:off x="6099575" y="2042100"/>
              <a:ext cx="500" cy="39100"/>
            </a:xfrm>
            <a:custGeom>
              <a:avLst/>
              <a:gdLst/>
              <a:ahLst/>
              <a:cxnLst/>
              <a:rect l="l" t="t" r="r" b="b"/>
              <a:pathLst>
                <a:path w="20" h="1564" extrusionOk="0">
                  <a:moveTo>
                    <a:pt x="1" y="0"/>
                  </a:moveTo>
                  <a:lnTo>
                    <a:pt x="1" y="1563"/>
                  </a:lnTo>
                  <a:lnTo>
                    <a:pt x="19" y="1545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50"/>
            <p:cNvSpPr/>
            <p:nvPr/>
          </p:nvSpPr>
          <p:spPr>
            <a:xfrm>
              <a:off x="6100050" y="2042550"/>
              <a:ext cx="475" cy="38175"/>
            </a:xfrm>
            <a:custGeom>
              <a:avLst/>
              <a:gdLst/>
              <a:ahLst/>
              <a:cxnLst/>
              <a:rect l="l" t="t" r="r" b="b"/>
              <a:pathLst>
                <a:path w="19" h="1527" extrusionOk="0">
                  <a:moveTo>
                    <a:pt x="0" y="1"/>
                  </a:moveTo>
                  <a:lnTo>
                    <a:pt x="0" y="1527"/>
                  </a:lnTo>
                  <a:lnTo>
                    <a:pt x="19" y="1508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50"/>
            <p:cNvSpPr/>
            <p:nvPr/>
          </p:nvSpPr>
          <p:spPr>
            <a:xfrm>
              <a:off x="6100500" y="2043500"/>
              <a:ext cx="500" cy="36775"/>
            </a:xfrm>
            <a:custGeom>
              <a:avLst/>
              <a:gdLst/>
              <a:ahLst/>
              <a:cxnLst/>
              <a:rect l="l" t="t" r="r" b="b"/>
              <a:pathLst>
                <a:path w="20" h="1471" extrusionOk="0">
                  <a:moveTo>
                    <a:pt x="1" y="0"/>
                  </a:moveTo>
                  <a:lnTo>
                    <a:pt x="1" y="1470"/>
                  </a:lnTo>
                  <a:lnTo>
                    <a:pt x="20" y="1452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50"/>
            <p:cNvSpPr/>
            <p:nvPr/>
          </p:nvSpPr>
          <p:spPr>
            <a:xfrm>
              <a:off x="6100975" y="2043950"/>
              <a:ext cx="950" cy="35850"/>
            </a:xfrm>
            <a:custGeom>
              <a:avLst/>
              <a:gdLst/>
              <a:ahLst/>
              <a:cxnLst/>
              <a:rect l="l" t="t" r="r" b="b"/>
              <a:pathLst>
                <a:path w="38" h="1434" extrusionOk="0">
                  <a:moveTo>
                    <a:pt x="1" y="1"/>
                  </a:moveTo>
                  <a:lnTo>
                    <a:pt x="1" y="1434"/>
                  </a:lnTo>
                  <a:lnTo>
                    <a:pt x="38" y="1415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50"/>
            <p:cNvSpPr/>
            <p:nvPr/>
          </p:nvSpPr>
          <p:spPr>
            <a:xfrm>
              <a:off x="6101900" y="2044425"/>
              <a:ext cx="500" cy="34925"/>
            </a:xfrm>
            <a:custGeom>
              <a:avLst/>
              <a:gdLst/>
              <a:ahLst/>
              <a:cxnLst/>
              <a:rect l="l" t="t" r="r" b="b"/>
              <a:pathLst>
                <a:path w="20" h="1397" extrusionOk="0">
                  <a:moveTo>
                    <a:pt x="1" y="0"/>
                  </a:moveTo>
                  <a:lnTo>
                    <a:pt x="1" y="1396"/>
                  </a:lnTo>
                  <a:lnTo>
                    <a:pt x="19" y="1359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50"/>
            <p:cNvSpPr/>
            <p:nvPr/>
          </p:nvSpPr>
          <p:spPr>
            <a:xfrm>
              <a:off x="6102375" y="2044875"/>
              <a:ext cx="475" cy="33525"/>
            </a:xfrm>
            <a:custGeom>
              <a:avLst/>
              <a:gdLst/>
              <a:ahLst/>
              <a:cxnLst/>
              <a:rect l="l" t="t" r="r" b="b"/>
              <a:pathLst>
                <a:path w="19" h="1341" extrusionOk="0">
                  <a:moveTo>
                    <a:pt x="0" y="1"/>
                  </a:moveTo>
                  <a:lnTo>
                    <a:pt x="0" y="1341"/>
                  </a:lnTo>
                  <a:lnTo>
                    <a:pt x="19" y="132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50"/>
            <p:cNvSpPr/>
            <p:nvPr/>
          </p:nvSpPr>
          <p:spPr>
            <a:xfrm>
              <a:off x="6102825" y="2045350"/>
              <a:ext cx="500" cy="32600"/>
            </a:xfrm>
            <a:custGeom>
              <a:avLst/>
              <a:gdLst/>
              <a:ahLst/>
              <a:cxnLst/>
              <a:rect l="l" t="t" r="r" b="b"/>
              <a:pathLst>
                <a:path w="20" h="1304" extrusionOk="0">
                  <a:moveTo>
                    <a:pt x="1" y="0"/>
                  </a:moveTo>
                  <a:lnTo>
                    <a:pt x="1" y="1303"/>
                  </a:lnTo>
                  <a:lnTo>
                    <a:pt x="20" y="1285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50"/>
            <p:cNvSpPr/>
            <p:nvPr/>
          </p:nvSpPr>
          <p:spPr>
            <a:xfrm>
              <a:off x="6103300" y="2045825"/>
              <a:ext cx="500" cy="31650"/>
            </a:xfrm>
            <a:custGeom>
              <a:avLst/>
              <a:gdLst/>
              <a:ahLst/>
              <a:cxnLst/>
              <a:rect l="l" t="t" r="r" b="b"/>
              <a:pathLst>
                <a:path w="20" h="1266" extrusionOk="0">
                  <a:moveTo>
                    <a:pt x="1" y="0"/>
                  </a:moveTo>
                  <a:lnTo>
                    <a:pt x="1" y="1266"/>
                  </a:lnTo>
                  <a:lnTo>
                    <a:pt x="19" y="1247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50"/>
            <p:cNvSpPr/>
            <p:nvPr/>
          </p:nvSpPr>
          <p:spPr>
            <a:xfrm>
              <a:off x="6103775" y="2046750"/>
              <a:ext cx="475" cy="30250"/>
            </a:xfrm>
            <a:custGeom>
              <a:avLst/>
              <a:gdLst/>
              <a:ahLst/>
              <a:cxnLst/>
              <a:rect l="l" t="t" r="r" b="b"/>
              <a:pathLst>
                <a:path w="19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9" y="1191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50"/>
            <p:cNvSpPr/>
            <p:nvPr/>
          </p:nvSpPr>
          <p:spPr>
            <a:xfrm>
              <a:off x="6104225" y="2047200"/>
              <a:ext cx="950" cy="29350"/>
            </a:xfrm>
            <a:custGeom>
              <a:avLst/>
              <a:gdLst/>
              <a:ahLst/>
              <a:cxnLst/>
              <a:rect l="l" t="t" r="r" b="b"/>
              <a:pathLst>
                <a:path w="38" h="1174" extrusionOk="0">
                  <a:moveTo>
                    <a:pt x="1" y="1"/>
                  </a:moveTo>
                  <a:lnTo>
                    <a:pt x="1" y="1173"/>
                  </a:lnTo>
                  <a:lnTo>
                    <a:pt x="38" y="1155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50"/>
            <p:cNvSpPr/>
            <p:nvPr/>
          </p:nvSpPr>
          <p:spPr>
            <a:xfrm>
              <a:off x="6105175" y="2047675"/>
              <a:ext cx="475" cy="28400"/>
            </a:xfrm>
            <a:custGeom>
              <a:avLst/>
              <a:gdLst/>
              <a:ahLst/>
              <a:cxnLst/>
              <a:rect l="l" t="t" r="r" b="b"/>
              <a:pathLst>
                <a:path w="19" h="1136" extrusionOk="0">
                  <a:moveTo>
                    <a:pt x="0" y="1"/>
                  </a:moveTo>
                  <a:lnTo>
                    <a:pt x="0" y="1136"/>
                  </a:lnTo>
                  <a:lnTo>
                    <a:pt x="19" y="1099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50"/>
            <p:cNvSpPr/>
            <p:nvPr/>
          </p:nvSpPr>
          <p:spPr>
            <a:xfrm>
              <a:off x="6105625" y="2048150"/>
              <a:ext cx="500" cy="27000"/>
            </a:xfrm>
            <a:custGeom>
              <a:avLst/>
              <a:gdLst/>
              <a:ahLst/>
              <a:cxnLst/>
              <a:rect l="l" t="t" r="r" b="b"/>
              <a:pathLst>
                <a:path w="20" h="1080" extrusionOk="0">
                  <a:moveTo>
                    <a:pt x="1" y="0"/>
                  </a:moveTo>
                  <a:lnTo>
                    <a:pt x="1" y="1080"/>
                  </a:lnTo>
                  <a:lnTo>
                    <a:pt x="19" y="1061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50"/>
            <p:cNvSpPr/>
            <p:nvPr/>
          </p:nvSpPr>
          <p:spPr>
            <a:xfrm>
              <a:off x="6106100" y="2048600"/>
              <a:ext cx="475" cy="26075"/>
            </a:xfrm>
            <a:custGeom>
              <a:avLst/>
              <a:gdLst/>
              <a:ahLst/>
              <a:cxnLst/>
              <a:rect l="l" t="t" r="r" b="b"/>
              <a:pathLst>
                <a:path w="19" h="1043" extrusionOk="0">
                  <a:moveTo>
                    <a:pt x="0" y="1"/>
                  </a:moveTo>
                  <a:lnTo>
                    <a:pt x="0" y="1043"/>
                  </a:lnTo>
                  <a:lnTo>
                    <a:pt x="19" y="1024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50"/>
            <p:cNvSpPr/>
            <p:nvPr/>
          </p:nvSpPr>
          <p:spPr>
            <a:xfrm>
              <a:off x="6106550" y="2049075"/>
              <a:ext cx="500" cy="25150"/>
            </a:xfrm>
            <a:custGeom>
              <a:avLst/>
              <a:gdLst/>
              <a:ahLst/>
              <a:cxnLst/>
              <a:rect l="l" t="t" r="r" b="b"/>
              <a:pathLst>
                <a:path w="20" h="1006" extrusionOk="0">
                  <a:moveTo>
                    <a:pt x="1" y="0"/>
                  </a:moveTo>
                  <a:lnTo>
                    <a:pt x="1" y="1005"/>
                  </a:lnTo>
                  <a:lnTo>
                    <a:pt x="19" y="987"/>
                  </a:lnTo>
                  <a:lnTo>
                    <a:pt x="19" y="38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50"/>
            <p:cNvSpPr/>
            <p:nvPr/>
          </p:nvSpPr>
          <p:spPr>
            <a:xfrm>
              <a:off x="6107025" y="2050000"/>
              <a:ext cx="500" cy="23750"/>
            </a:xfrm>
            <a:custGeom>
              <a:avLst/>
              <a:gdLst/>
              <a:ahLst/>
              <a:cxnLst/>
              <a:rect l="l" t="t" r="r" b="b"/>
              <a:pathLst>
                <a:path w="20" h="950" extrusionOk="0">
                  <a:moveTo>
                    <a:pt x="0" y="1"/>
                  </a:moveTo>
                  <a:lnTo>
                    <a:pt x="0" y="950"/>
                  </a:lnTo>
                  <a:lnTo>
                    <a:pt x="19" y="931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50"/>
            <p:cNvSpPr/>
            <p:nvPr/>
          </p:nvSpPr>
          <p:spPr>
            <a:xfrm>
              <a:off x="6107500" y="2050475"/>
              <a:ext cx="950" cy="22825"/>
            </a:xfrm>
            <a:custGeom>
              <a:avLst/>
              <a:gdLst/>
              <a:ahLst/>
              <a:cxnLst/>
              <a:rect l="l" t="t" r="r" b="b"/>
              <a:pathLst>
                <a:path w="38" h="913" extrusionOk="0">
                  <a:moveTo>
                    <a:pt x="0" y="0"/>
                  </a:moveTo>
                  <a:lnTo>
                    <a:pt x="0" y="912"/>
                  </a:lnTo>
                  <a:lnTo>
                    <a:pt x="37" y="893"/>
                  </a:lnTo>
                  <a:lnTo>
                    <a:pt x="37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50"/>
            <p:cNvSpPr/>
            <p:nvPr/>
          </p:nvSpPr>
          <p:spPr>
            <a:xfrm>
              <a:off x="6108425" y="2050925"/>
              <a:ext cx="475" cy="21900"/>
            </a:xfrm>
            <a:custGeom>
              <a:avLst/>
              <a:gdLst/>
              <a:ahLst/>
              <a:cxnLst/>
              <a:rect l="l" t="t" r="r" b="b"/>
              <a:pathLst>
                <a:path w="19" h="876" extrusionOk="0">
                  <a:moveTo>
                    <a:pt x="0" y="1"/>
                  </a:moveTo>
                  <a:lnTo>
                    <a:pt x="0" y="875"/>
                  </a:lnTo>
                  <a:lnTo>
                    <a:pt x="19" y="838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50"/>
            <p:cNvSpPr/>
            <p:nvPr/>
          </p:nvSpPr>
          <p:spPr>
            <a:xfrm>
              <a:off x="6108875" y="2051400"/>
              <a:ext cx="500" cy="20500"/>
            </a:xfrm>
            <a:custGeom>
              <a:avLst/>
              <a:gdLst/>
              <a:ahLst/>
              <a:cxnLst/>
              <a:rect l="l" t="t" r="r" b="b"/>
              <a:pathLst>
                <a:path w="20" h="820" extrusionOk="0">
                  <a:moveTo>
                    <a:pt x="1" y="0"/>
                  </a:moveTo>
                  <a:lnTo>
                    <a:pt x="1" y="819"/>
                  </a:lnTo>
                  <a:lnTo>
                    <a:pt x="20" y="801"/>
                  </a:lnTo>
                  <a:lnTo>
                    <a:pt x="20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50"/>
            <p:cNvSpPr/>
            <p:nvPr/>
          </p:nvSpPr>
          <p:spPr>
            <a:xfrm>
              <a:off x="6109350" y="2051875"/>
              <a:ext cx="500" cy="19550"/>
            </a:xfrm>
            <a:custGeom>
              <a:avLst/>
              <a:gdLst/>
              <a:ahLst/>
              <a:cxnLst/>
              <a:rect l="l" t="t" r="r" b="b"/>
              <a:pathLst>
                <a:path w="20" h="782" extrusionOk="0">
                  <a:moveTo>
                    <a:pt x="1" y="0"/>
                  </a:moveTo>
                  <a:lnTo>
                    <a:pt x="1" y="782"/>
                  </a:lnTo>
                  <a:lnTo>
                    <a:pt x="19" y="76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50"/>
            <p:cNvSpPr/>
            <p:nvPr/>
          </p:nvSpPr>
          <p:spPr>
            <a:xfrm>
              <a:off x="6109825" y="2052325"/>
              <a:ext cx="475" cy="18650"/>
            </a:xfrm>
            <a:custGeom>
              <a:avLst/>
              <a:gdLst/>
              <a:ahLst/>
              <a:cxnLst/>
              <a:rect l="l" t="t" r="r" b="b"/>
              <a:pathLst>
                <a:path w="19" h="746" extrusionOk="0">
                  <a:moveTo>
                    <a:pt x="0" y="1"/>
                  </a:moveTo>
                  <a:lnTo>
                    <a:pt x="0" y="745"/>
                  </a:lnTo>
                  <a:lnTo>
                    <a:pt x="19" y="72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50"/>
            <p:cNvSpPr/>
            <p:nvPr/>
          </p:nvSpPr>
          <p:spPr>
            <a:xfrm>
              <a:off x="6110275" y="2053250"/>
              <a:ext cx="500" cy="17250"/>
            </a:xfrm>
            <a:custGeom>
              <a:avLst/>
              <a:gdLst/>
              <a:ahLst/>
              <a:cxnLst/>
              <a:rect l="l" t="t" r="r" b="b"/>
              <a:pathLst>
                <a:path w="20" h="690" extrusionOk="0">
                  <a:moveTo>
                    <a:pt x="1" y="1"/>
                  </a:moveTo>
                  <a:lnTo>
                    <a:pt x="1" y="689"/>
                  </a:lnTo>
                  <a:lnTo>
                    <a:pt x="19" y="671"/>
                  </a:lnTo>
                  <a:lnTo>
                    <a:pt x="19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50"/>
            <p:cNvSpPr/>
            <p:nvPr/>
          </p:nvSpPr>
          <p:spPr>
            <a:xfrm>
              <a:off x="6110750" y="2053725"/>
              <a:ext cx="950" cy="16300"/>
            </a:xfrm>
            <a:custGeom>
              <a:avLst/>
              <a:gdLst/>
              <a:ahLst/>
              <a:cxnLst/>
              <a:rect l="l" t="t" r="r" b="b"/>
              <a:pathLst>
                <a:path w="38" h="652" extrusionOk="0">
                  <a:moveTo>
                    <a:pt x="0" y="0"/>
                  </a:moveTo>
                  <a:lnTo>
                    <a:pt x="0" y="652"/>
                  </a:lnTo>
                  <a:lnTo>
                    <a:pt x="38" y="633"/>
                  </a:lnTo>
                  <a:lnTo>
                    <a:pt x="38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50"/>
            <p:cNvSpPr/>
            <p:nvPr/>
          </p:nvSpPr>
          <p:spPr>
            <a:xfrm>
              <a:off x="6111675" y="2054200"/>
              <a:ext cx="500" cy="15375"/>
            </a:xfrm>
            <a:custGeom>
              <a:avLst/>
              <a:gdLst/>
              <a:ahLst/>
              <a:cxnLst/>
              <a:rect l="l" t="t" r="r" b="b"/>
              <a:pathLst>
                <a:path w="20" h="615" extrusionOk="0">
                  <a:moveTo>
                    <a:pt x="1" y="0"/>
                  </a:moveTo>
                  <a:lnTo>
                    <a:pt x="1" y="614"/>
                  </a:lnTo>
                  <a:lnTo>
                    <a:pt x="19" y="57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50"/>
            <p:cNvSpPr/>
            <p:nvPr/>
          </p:nvSpPr>
          <p:spPr>
            <a:xfrm>
              <a:off x="6112150" y="2054650"/>
              <a:ext cx="475" cy="13975"/>
            </a:xfrm>
            <a:custGeom>
              <a:avLst/>
              <a:gdLst/>
              <a:ahLst/>
              <a:cxnLst/>
              <a:rect l="l" t="t" r="r" b="b"/>
              <a:pathLst>
                <a:path w="19" h="559" extrusionOk="0">
                  <a:moveTo>
                    <a:pt x="0" y="1"/>
                  </a:moveTo>
                  <a:lnTo>
                    <a:pt x="0" y="559"/>
                  </a:lnTo>
                  <a:lnTo>
                    <a:pt x="19" y="540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50"/>
            <p:cNvSpPr/>
            <p:nvPr/>
          </p:nvSpPr>
          <p:spPr>
            <a:xfrm>
              <a:off x="6112600" y="2055125"/>
              <a:ext cx="500" cy="13050"/>
            </a:xfrm>
            <a:custGeom>
              <a:avLst/>
              <a:gdLst/>
              <a:ahLst/>
              <a:cxnLst/>
              <a:rect l="l" t="t" r="r" b="b"/>
              <a:pathLst>
                <a:path w="20" h="522" extrusionOk="0">
                  <a:moveTo>
                    <a:pt x="1" y="0"/>
                  </a:moveTo>
                  <a:lnTo>
                    <a:pt x="1" y="521"/>
                  </a:lnTo>
                  <a:lnTo>
                    <a:pt x="19" y="503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50"/>
            <p:cNvSpPr/>
            <p:nvPr/>
          </p:nvSpPr>
          <p:spPr>
            <a:xfrm>
              <a:off x="6113075" y="2055575"/>
              <a:ext cx="475" cy="12125"/>
            </a:xfrm>
            <a:custGeom>
              <a:avLst/>
              <a:gdLst/>
              <a:ahLst/>
              <a:cxnLst/>
              <a:rect l="l" t="t" r="r" b="b"/>
              <a:pathLst>
                <a:path w="19" h="485" extrusionOk="0">
                  <a:moveTo>
                    <a:pt x="0" y="1"/>
                  </a:moveTo>
                  <a:lnTo>
                    <a:pt x="0" y="485"/>
                  </a:lnTo>
                  <a:lnTo>
                    <a:pt x="19" y="466"/>
                  </a:lnTo>
                  <a:lnTo>
                    <a:pt x="19" y="38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50"/>
            <p:cNvSpPr/>
            <p:nvPr/>
          </p:nvSpPr>
          <p:spPr>
            <a:xfrm>
              <a:off x="6113550" y="2056525"/>
              <a:ext cx="475" cy="10725"/>
            </a:xfrm>
            <a:custGeom>
              <a:avLst/>
              <a:gdLst/>
              <a:ahLst/>
              <a:cxnLst/>
              <a:rect l="l" t="t" r="r" b="b"/>
              <a:pathLst>
                <a:path w="19" h="429" extrusionOk="0">
                  <a:moveTo>
                    <a:pt x="0" y="0"/>
                  </a:moveTo>
                  <a:lnTo>
                    <a:pt x="0" y="428"/>
                  </a:lnTo>
                  <a:lnTo>
                    <a:pt x="19" y="410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50"/>
            <p:cNvSpPr/>
            <p:nvPr/>
          </p:nvSpPr>
          <p:spPr>
            <a:xfrm>
              <a:off x="6114000" y="2056975"/>
              <a:ext cx="950" cy="9800"/>
            </a:xfrm>
            <a:custGeom>
              <a:avLst/>
              <a:gdLst/>
              <a:ahLst/>
              <a:cxnLst/>
              <a:rect l="l" t="t" r="r" b="b"/>
              <a:pathLst>
                <a:path w="38" h="392" extrusionOk="0">
                  <a:moveTo>
                    <a:pt x="1" y="1"/>
                  </a:moveTo>
                  <a:lnTo>
                    <a:pt x="1" y="392"/>
                  </a:lnTo>
                  <a:lnTo>
                    <a:pt x="38" y="373"/>
                  </a:lnTo>
                  <a:lnTo>
                    <a:pt x="38" y="19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50"/>
            <p:cNvSpPr/>
            <p:nvPr/>
          </p:nvSpPr>
          <p:spPr>
            <a:xfrm>
              <a:off x="6114925" y="2057450"/>
              <a:ext cx="500" cy="8850"/>
            </a:xfrm>
            <a:custGeom>
              <a:avLst/>
              <a:gdLst/>
              <a:ahLst/>
              <a:cxnLst/>
              <a:rect l="l" t="t" r="r" b="b"/>
              <a:pathLst>
                <a:path w="20" h="354" extrusionOk="0">
                  <a:moveTo>
                    <a:pt x="1" y="0"/>
                  </a:moveTo>
                  <a:lnTo>
                    <a:pt x="1" y="354"/>
                  </a:lnTo>
                  <a:lnTo>
                    <a:pt x="19" y="31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50"/>
            <p:cNvSpPr/>
            <p:nvPr/>
          </p:nvSpPr>
          <p:spPr>
            <a:xfrm>
              <a:off x="6115400" y="2057900"/>
              <a:ext cx="500" cy="7475"/>
            </a:xfrm>
            <a:custGeom>
              <a:avLst/>
              <a:gdLst/>
              <a:ahLst/>
              <a:cxnLst/>
              <a:rect l="l" t="t" r="r" b="b"/>
              <a:pathLst>
                <a:path w="20" h="299" extrusionOk="0">
                  <a:moveTo>
                    <a:pt x="0" y="1"/>
                  </a:moveTo>
                  <a:lnTo>
                    <a:pt x="0" y="299"/>
                  </a:lnTo>
                  <a:lnTo>
                    <a:pt x="19" y="280"/>
                  </a:lnTo>
                  <a:lnTo>
                    <a:pt x="19" y="20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50"/>
            <p:cNvSpPr/>
            <p:nvPr/>
          </p:nvSpPr>
          <p:spPr>
            <a:xfrm>
              <a:off x="6115875" y="2058375"/>
              <a:ext cx="475" cy="6550"/>
            </a:xfrm>
            <a:custGeom>
              <a:avLst/>
              <a:gdLst/>
              <a:ahLst/>
              <a:cxnLst/>
              <a:rect l="l" t="t" r="r" b="b"/>
              <a:pathLst>
                <a:path w="19" h="262" extrusionOk="0">
                  <a:moveTo>
                    <a:pt x="0" y="1"/>
                  </a:moveTo>
                  <a:lnTo>
                    <a:pt x="0" y="261"/>
                  </a:lnTo>
                  <a:lnTo>
                    <a:pt x="19" y="242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50"/>
            <p:cNvSpPr/>
            <p:nvPr/>
          </p:nvSpPr>
          <p:spPr>
            <a:xfrm>
              <a:off x="6116325" y="2058850"/>
              <a:ext cx="500" cy="5600"/>
            </a:xfrm>
            <a:custGeom>
              <a:avLst/>
              <a:gdLst/>
              <a:ahLst/>
              <a:cxnLst/>
              <a:rect l="l" t="t" r="r" b="b"/>
              <a:pathLst>
                <a:path w="20" h="224" extrusionOk="0">
                  <a:moveTo>
                    <a:pt x="1" y="0"/>
                  </a:moveTo>
                  <a:lnTo>
                    <a:pt x="1" y="223"/>
                  </a:lnTo>
                  <a:lnTo>
                    <a:pt x="19" y="205"/>
                  </a:lnTo>
                  <a:lnTo>
                    <a:pt x="19" y="37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50"/>
            <p:cNvSpPr/>
            <p:nvPr/>
          </p:nvSpPr>
          <p:spPr>
            <a:xfrm>
              <a:off x="6116800" y="2059775"/>
              <a:ext cx="475" cy="4200"/>
            </a:xfrm>
            <a:custGeom>
              <a:avLst/>
              <a:gdLst/>
              <a:ahLst/>
              <a:cxnLst/>
              <a:rect l="l" t="t" r="r" b="b"/>
              <a:pathLst>
                <a:path w="19" h="168" extrusionOk="0">
                  <a:moveTo>
                    <a:pt x="0" y="0"/>
                  </a:moveTo>
                  <a:lnTo>
                    <a:pt x="0" y="168"/>
                  </a:lnTo>
                  <a:lnTo>
                    <a:pt x="19" y="149"/>
                  </a:lnTo>
                  <a:lnTo>
                    <a:pt x="19" y="1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50"/>
            <p:cNvSpPr/>
            <p:nvPr/>
          </p:nvSpPr>
          <p:spPr>
            <a:xfrm>
              <a:off x="6117250" y="2060225"/>
              <a:ext cx="975" cy="3300"/>
            </a:xfrm>
            <a:custGeom>
              <a:avLst/>
              <a:gdLst/>
              <a:ahLst/>
              <a:cxnLst/>
              <a:rect l="l" t="t" r="r" b="b"/>
              <a:pathLst>
                <a:path w="39" h="132" extrusionOk="0">
                  <a:moveTo>
                    <a:pt x="1" y="1"/>
                  </a:moveTo>
                  <a:lnTo>
                    <a:pt x="1" y="131"/>
                  </a:lnTo>
                  <a:lnTo>
                    <a:pt x="38" y="113"/>
                  </a:lnTo>
                  <a:lnTo>
                    <a:pt x="38" y="20"/>
                  </a:lnTo>
                  <a:lnTo>
                    <a:pt x="1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50"/>
            <p:cNvSpPr/>
            <p:nvPr/>
          </p:nvSpPr>
          <p:spPr>
            <a:xfrm>
              <a:off x="6118200" y="2060700"/>
              <a:ext cx="475" cy="2350"/>
            </a:xfrm>
            <a:custGeom>
              <a:avLst/>
              <a:gdLst/>
              <a:ahLst/>
              <a:cxnLst/>
              <a:rect l="l" t="t" r="r" b="b"/>
              <a:pathLst>
                <a:path w="19" h="94" extrusionOk="0">
                  <a:moveTo>
                    <a:pt x="0" y="1"/>
                  </a:moveTo>
                  <a:lnTo>
                    <a:pt x="0" y="94"/>
                  </a:lnTo>
                  <a:lnTo>
                    <a:pt x="19" y="56"/>
                  </a:lnTo>
                  <a:lnTo>
                    <a:pt x="19" y="19"/>
                  </a:lnTo>
                  <a:lnTo>
                    <a:pt x="0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50"/>
            <p:cNvSpPr/>
            <p:nvPr/>
          </p:nvSpPr>
          <p:spPr>
            <a:xfrm>
              <a:off x="6118650" y="2061175"/>
              <a:ext cx="500" cy="950"/>
            </a:xfrm>
            <a:custGeom>
              <a:avLst/>
              <a:gdLst/>
              <a:ahLst/>
              <a:cxnLst/>
              <a:rect l="l" t="t" r="r" b="b"/>
              <a:pathLst>
                <a:path w="20" h="38" extrusionOk="0">
                  <a:moveTo>
                    <a:pt x="1" y="0"/>
                  </a:moveTo>
                  <a:lnTo>
                    <a:pt x="1" y="37"/>
                  </a:lnTo>
                  <a:lnTo>
                    <a:pt x="19" y="19"/>
                  </a:lnTo>
                  <a:lnTo>
                    <a:pt x="1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50"/>
            <p:cNvSpPr/>
            <p:nvPr/>
          </p:nvSpPr>
          <p:spPr>
            <a:xfrm>
              <a:off x="5774825" y="2299850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6" name="Google Shape;826;p50"/>
          <p:cNvGrpSpPr/>
          <p:nvPr/>
        </p:nvGrpSpPr>
        <p:grpSpPr>
          <a:xfrm>
            <a:off x="8502856" y="115366"/>
            <a:ext cx="849275" cy="848250"/>
            <a:chOff x="2651171" y="2397773"/>
            <a:chExt cx="2099568" cy="2097033"/>
          </a:xfrm>
        </p:grpSpPr>
        <p:sp>
          <p:nvSpPr>
            <p:cNvPr id="827" name="Google Shape;827;p50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50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9" name="Google Shape;829;p50"/>
          <p:cNvGrpSpPr/>
          <p:nvPr/>
        </p:nvGrpSpPr>
        <p:grpSpPr>
          <a:xfrm>
            <a:off x="8163956" y="115366"/>
            <a:ext cx="849275" cy="848250"/>
            <a:chOff x="2651171" y="2397773"/>
            <a:chExt cx="2099568" cy="2097033"/>
          </a:xfrm>
        </p:grpSpPr>
        <p:sp>
          <p:nvSpPr>
            <p:cNvPr id="830" name="Google Shape;830;p50"/>
            <p:cNvSpPr/>
            <p:nvPr/>
          </p:nvSpPr>
          <p:spPr>
            <a:xfrm>
              <a:off x="2651171" y="2397773"/>
              <a:ext cx="2099568" cy="2097033"/>
            </a:xfrm>
            <a:custGeom>
              <a:avLst/>
              <a:gdLst/>
              <a:ahLst/>
              <a:cxnLst/>
              <a:rect l="l" t="t" r="r" b="b"/>
              <a:pathLst>
                <a:path w="14908" h="14890" extrusionOk="0">
                  <a:moveTo>
                    <a:pt x="447" y="7445"/>
                  </a:moveTo>
                  <a:lnTo>
                    <a:pt x="7445" y="14461"/>
                  </a:lnTo>
                  <a:lnTo>
                    <a:pt x="14461" y="7445"/>
                  </a:lnTo>
                  <a:lnTo>
                    <a:pt x="7445" y="429"/>
                  </a:lnTo>
                  <a:close/>
                  <a:moveTo>
                    <a:pt x="7445" y="14889"/>
                  </a:moveTo>
                  <a:lnTo>
                    <a:pt x="0" y="7445"/>
                  </a:lnTo>
                  <a:lnTo>
                    <a:pt x="7445" y="1"/>
                  </a:lnTo>
                  <a:lnTo>
                    <a:pt x="14908" y="7445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50"/>
            <p:cNvSpPr/>
            <p:nvPr/>
          </p:nvSpPr>
          <p:spPr>
            <a:xfrm>
              <a:off x="3033817" y="2780418"/>
              <a:ext cx="1334271" cy="1334271"/>
            </a:xfrm>
            <a:custGeom>
              <a:avLst/>
              <a:gdLst/>
              <a:ahLst/>
              <a:cxnLst/>
              <a:rect l="l" t="t" r="r" b="b"/>
              <a:pathLst>
                <a:path w="9474" h="9474" extrusionOk="0">
                  <a:moveTo>
                    <a:pt x="429" y="4728"/>
                  </a:moveTo>
                  <a:lnTo>
                    <a:pt x="4728" y="9027"/>
                  </a:lnTo>
                  <a:lnTo>
                    <a:pt x="9027" y="4728"/>
                  </a:lnTo>
                  <a:lnTo>
                    <a:pt x="4728" y="429"/>
                  </a:lnTo>
                  <a:close/>
                  <a:moveTo>
                    <a:pt x="4728" y="9474"/>
                  </a:moveTo>
                  <a:lnTo>
                    <a:pt x="1" y="4728"/>
                  </a:lnTo>
                  <a:lnTo>
                    <a:pt x="4728" y="1"/>
                  </a:lnTo>
                  <a:lnTo>
                    <a:pt x="9473" y="472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2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3" name="Google Shape;2153;p75"/>
          <p:cNvSpPr/>
          <p:nvPr/>
        </p:nvSpPr>
        <p:spPr>
          <a:xfrm flipH="1">
            <a:off x="102342" y="102777"/>
            <a:ext cx="724127" cy="726303"/>
          </a:xfrm>
          <a:custGeom>
            <a:avLst/>
            <a:gdLst/>
            <a:ahLst/>
            <a:cxnLst/>
            <a:rect l="l" t="t" r="r" b="b"/>
            <a:pathLst>
              <a:path w="6031" h="6049" extrusionOk="0">
                <a:moveTo>
                  <a:pt x="3015" y="0"/>
                </a:moveTo>
                <a:lnTo>
                  <a:pt x="0" y="3015"/>
                </a:lnTo>
                <a:lnTo>
                  <a:pt x="3015" y="6049"/>
                </a:lnTo>
                <a:lnTo>
                  <a:pt x="6030" y="3015"/>
                </a:lnTo>
                <a:lnTo>
                  <a:pt x="3015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00000">
                <a:srgbClr val="00FFFF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54" name="Google Shape;2154;p75"/>
          <p:cNvGrpSpPr/>
          <p:nvPr/>
        </p:nvGrpSpPr>
        <p:grpSpPr>
          <a:xfrm flipH="1">
            <a:off x="-603882" y="-418180"/>
            <a:ext cx="2136578" cy="1768212"/>
            <a:chOff x="5440750" y="1669400"/>
            <a:chExt cx="971525" cy="804025"/>
          </a:xfrm>
        </p:grpSpPr>
        <p:sp>
          <p:nvSpPr>
            <p:cNvPr id="2155" name="Google Shape;2155;p75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p75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p75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p75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p75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p75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p75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p75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p75"/>
            <p:cNvSpPr/>
            <p:nvPr/>
          </p:nvSpPr>
          <p:spPr>
            <a:xfrm>
              <a:off x="6140976" y="230127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p75"/>
            <p:cNvSpPr/>
            <p:nvPr/>
          </p:nvSpPr>
          <p:spPr>
            <a:xfrm>
              <a:off x="6135401" y="2295919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p75"/>
            <p:cNvSpPr/>
            <p:nvPr/>
          </p:nvSpPr>
          <p:spPr>
            <a:xfrm>
              <a:off x="6163776" y="2324294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674EA7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66" name="Google Shape;2166;p75"/>
          <p:cNvGrpSpPr/>
          <p:nvPr/>
        </p:nvGrpSpPr>
        <p:grpSpPr>
          <a:xfrm>
            <a:off x="-1110993" y="1389236"/>
            <a:ext cx="2429466" cy="2063219"/>
            <a:chOff x="4665875" y="2808650"/>
            <a:chExt cx="993850" cy="844025"/>
          </a:xfrm>
        </p:grpSpPr>
        <p:sp>
          <p:nvSpPr>
            <p:cNvPr id="2167" name="Google Shape;2167;p75"/>
            <p:cNvSpPr/>
            <p:nvPr/>
          </p:nvSpPr>
          <p:spPr>
            <a:xfrm>
              <a:off x="4837550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39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p75"/>
            <p:cNvSpPr/>
            <p:nvPr/>
          </p:nvSpPr>
          <p:spPr>
            <a:xfrm>
              <a:off x="4813375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p75"/>
            <p:cNvSpPr/>
            <p:nvPr/>
          </p:nvSpPr>
          <p:spPr>
            <a:xfrm>
              <a:off x="4789625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40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p75"/>
            <p:cNvSpPr/>
            <p:nvPr/>
          </p:nvSpPr>
          <p:spPr>
            <a:xfrm>
              <a:off x="4765450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p75"/>
            <p:cNvSpPr/>
            <p:nvPr/>
          </p:nvSpPr>
          <p:spPr>
            <a:xfrm>
              <a:off x="4665875" y="2808650"/>
              <a:ext cx="844500" cy="844025"/>
            </a:xfrm>
            <a:custGeom>
              <a:avLst/>
              <a:gdLst/>
              <a:ahLst/>
              <a:cxnLst/>
              <a:rect l="l" t="t" r="r" b="b"/>
              <a:pathLst>
                <a:path w="33780" h="33761" extrusionOk="0">
                  <a:moveTo>
                    <a:pt x="1322" y="16880"/>
                  </a:moveTo>
                  <a:lnTo>
                    <a:pt x="16899" y="32439"/>
                  </a:lnTo>
                  <a:lnTo>
                    <a:pt x="32458" y="16880"/>
                  </a:lnTo>
                  <a:lnTo>
                    <a:pt x="16899" y="1303"/>
                  </a:lnTo>
                  <a:close/>
                  <a:moveTo>
                    <a:pt x="16899" y="33760"/>
                  </a:moveTo>
                  <a:lnTo>
                    <a:pt x="1" y="16880"/>
                  </a:lnTo>
                  <a:lnTo>
                    <a:pt x="16899" y="0"/>
                  </a:lnTo>
                  <a:lnTo>
                    <a:pt x="33779" y="168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p75"/>
            <p:cNvSpPr/>
            <p:nvPr/>
          </p:nvSpPr>
          <p:spPr>
            <a:xfrm>
              <a:off x="4967653" y="3046159"/>
              <a:ext cx="368975" cy="369000"/>
            </a:xfrm>
            <a:custGeom>
              <a:avLst/>
              <a:gdLst/>
              <a:ahLst/>
              <a:cxnLst/>
              <a:rect l="l" t="t" r="r" b="b"/>
              <a:pathLst>
                <a:path w="14759" h="14760" extrusionOk="0">
                  <a:moveTo>
                    <a:pt x="429" y="7371"/>
                  </a:moveTo>
                  <a:lnTo>
                    <a:pt x="7370" y="14331"/>
                  </a:lnTo>
                  <a:lnTo>
                    <a:pt x="14331" y="7371"/>
                  </a:lnTo>
                  <a:lnTo>
                    <a:pt x="7370" y="429"/>
                  </a:lnTo>
                  <a:close/>
                  <a:moveTo>
                    <a:pt x="7370" y="14759"/>
                  </a:moveTo>
                  <a:lnTo>
                    <a:pt x="1" y="7371"/>
                  </a:lnTo>
                  <a:lnTo>
                    <a:pt x="7370" y="1"/>
                  </a:lnTo>
                  <a:lnTo>
                    <a:pt x="14759" y="737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p75"/>
            <p:cNvSpPr/>
            <p:nvPr/>
          </p:nvSpPr>
          <p:spPr>
            <a:xfrm>
              <a:off x="5034653" y="3113159"/>
              <a:ext cx="234975" cy="235000"/>
            </a:xfrm>
            <a:custGeom>
              <a:avLst/>
              <a:gdLst/>
              <a:ahLst/>
              <a:cxnLst/>
              <a:rect l="l" t="t" r="r" b="b"/>
              <a:pathLst>
                <a:path w="9399" h="9400" extrusionOk="0">
                  <a:moveTo>
                    <a:pt x="447" y="4691"/>
                  </a:moveTo>
                  <a:lnTo>
                    <a:pt x="4690" y="8953"/>
                  </a:lnTo>
                  <a:lnTo>
                    <a:pt x="8952" y="4691"/>
                  </a:lnTo>
                  <a:lnTo>
                    <a:pt x="4690" y="448"/>
                  </a:lnTo>
                  <a:close/>
                  <a:moveTo>
                    <a:pt x="4690" y="9399"/>
                  </a:moveTo>
                  <a:lnTo>
                    <a:pt x="0" y="4691"/>
                  </a:lnTo>
                  <a:lnTo>
                    <a:pt x="4690" y="1"/>
                  </a:lnTo>
                  <a:lnTo>
                    <a:pt x="9399" y="469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74" name="Google Shape;2174;p75"/>
          <p:cNvGrpSpPr/>
          <p:nvPr/>
        </p:nvGrpSpPr>
        <p:grpSpPr>
          <a:xfrm flipH="1">
            <a:off x="6738226" y="2911751"/>
            <a:ext cx="3525470" cy="3410618"/>
            <a:chOff x="5440750" y="1669400"/>
            <a:chExt cx="971525" cy="939875"/>
          </a:xfrm>
        </p:grpSpPr>
        <p:sp>
          <p:nvSpPr>
            <p:cNvPr id="2175" name="Google Shape;2175;p75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6" name="Google Shape;2176;p75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7" name="Google Shape;2177;p75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8" name="Google Shape;2178;p75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p75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p75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p75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p75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p75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p75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p75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674EA7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p75"/>
            <p:cNvSpPr/>
            <p:nvPr/>
          </p:nvSpPr>
          <p:spPr>
            <a:xfrm>
              <a:off x="5774825" y="2299850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87" name="Google Shape;2187;p75"/>
          <p:cNvGrpSpPr/>
          <p:nvPr/>
        </p:nvGrpSpPr>
        <p:grpSpPr>
          <a:xfrm rot="5400000">
            <a:off x="6875511" y="1422360"/>
            <a:ext cx="2695006" cy="2887947"/>
            <a:chOff x="5440750" y="1669400"/>
            <a:chExt cx="975815" cy="1045676"/>
          </a:xfrm>
        </p:grpSpPr>
        <p:sp>
          <p:nvSpPr>
            <p:cNvPr id="2188" name="Google Shape;2188;p75"/>
            <p:cNvSpPr/>
            <p:nvPr/>
          </p:nvSpPr>
          <p:spPr>
            <a:xfrm>
              <a:off x="5511025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98" y="31714"/>
                  </a:lnTo>
                  <a:lnTo>
                    <a:pt x="31731" y="16081"/>
                  </a:lnTo>
                  <a:lnTo>
                    <a:pt x="16098" y="429"/>
                  </a:lnTo>
                  <a:close/>
                  <a:moveTo>
                    <a:pt x="16098" y="32160"/>
                  </a:moveTo>
                  <a:lnTo>
                    <a:pt x="0" y="16081"/>
                  </a:lnTo>
                  <a:lnTo>
                    <a:pt x="16098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p75"/>
            <p:cNvSpPr/>
            <p:nvPr/>
          </p:nvSpPr>
          <p:spPr>
            <a:xfrm>
              <a:off x="5487750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p75"/>
            <p:cNvSpPr/>
            <p:nvPr/>
          </p:nvSpPr>
          <p:spPr>
            <a:xfrm>
              <a:off x="546447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29" y="16081"/>
                  </a:moveTo>
                  <a:lnTo>
                    <a:pt x="16081" y="31714"/>
                  </a:lnTo>
                  <a:lnTo>
                    <a:pt x="31714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p75"/>
            <p:cNvSpPr/>
            <p:nvPr/>
          </p:nvSpPr>
          <p:spPr>
            <a:xfrm>
              <a:off x="544075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7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p75"/>
            <p:cNvSpPr/>
            <p:nvPr/>
          </p:nvSpPr>
          <p:spPr>
            <a:xfrm>
              <a:off x="5607800" y="1669400"/>
              <a:ext cx="804475" cy="804025"/>
            </a:xfrm>
            <a:custGeom>
              <a:avLst/>
              <a:gdLst/>
              <a:ahLst/>
              <a:cxnLst/>
              <a:rect l="l" t="t" r="r" b="b"/>
              <a:pathLst>
                <a:path w="32179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1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78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p75"/>
            <p:cNvSpPr/>
            <p:nvPr/>
          </p:nvSpPr>
          <p:spPr>
            <a:xfrm>
              <a:off x="558452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47" y="16081"/>
                  </a:moveTo>
                  <a:lnTo>
                    <a:pt x="16080" y="31714"/>
                  </a:lnTo>
                  <a:lnTo>
                    <a:pt x="31732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1" y="16081"/>
                  </a:lnTo>
                  <a:lnTo>
                    <a:pt x="16080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p75"/>
            <p:cNvSpPr/>
            <p:nvPr/>
          </p:nvSpPr>
          <p:spPr>
            <a:xfrm>
              <a:off x="5561275" y="1669400"/>
              <a:ext cx="804000" cy="804025"/>
            </a:xfrm>
            <a:custGeom>
              <a:avLst/>
              <a:gdLst/>
              <a:ahLst/>
              <a:cxnLst/>
              <a:rect l="l" t="t" r="r" b="b"/>
              <a:pathLst>
                <a:path w="32160" h="32161" extrusionOk="0">
                  <a:moveTo>
                    <a:pt x="428" y="16081"/>
                  </a:moveTo>
                  <a:lnTo>
                    <a:pt x="16080" y="31714"/>
                  </a:lnTo>
                  <a:lnTo>
                    <a:pt x="31713" y="16081"/>
                  </a:lnTo>
                  <a:lnTo>
                    <a:pt x="16080" y="429"/>
                  </a:lnTo>
                  <a:close/>
                  <a:moveTo>
                    <a:pt x="16080" y="32160"/>
                  </a:moveTo>
                  <a:lnTo>
                    <a:pt x="0" y="16081"/>
                  </a:lnTo>
                  <a:lnTo>
                    <a:pt x="16080" y="1"/>
                  </a:lnTo>
                  <a:lnTo>
                    <a:pt x="32159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p75"/>
            <p:cNvSpPr/>
            <p:nvPr/>
          </p:nvSpPr>
          <p:spPr>
            <a:xfrm>
              <a:off x="5537525" y="1669400"/>
              <a:ext cx="804025" cy="804025"/>
            </a:xfrm>
            <a:custGeom>
              <a:avLst/>
              <a:gdLst/>
              <a:ahLst/>
              <a:cxnLst/>
              <a:rect l="l" t="t" r="r" b="b"/>
              <a:pathLst>
                <a:path w="32161" h="32161" extrusionOk="0">
                  <a:moveTo>
                    <a:pt x="448" y="16081"/>
                  </a:moveTo>
                  <a:lnTo>
                    <a:pt x="16081" y="31714"/>
                  </a:lnTo>
                  <a:lnTo>
                    <a:pt x="31732" y="16081"/>
                  </a:lnTo>
                  <a:lnTo>
                    <a:pt x="16081" y="429"/>
                  </a:lnTo>
                  <a:close/>
                  <a:moveTo>
                    <a:pt x="16081" y="32160"/>
                  </a:moveTo>
                  <a:lnTo>
                    <a:pt x="1" y="16081"/>
                  </a:lnTo>
                  <a:lnTo>
                    <a:pt x="16081" y="1"/>
                  </a:lnTo>
                  <a:lnTo>
                    <a:pt x="32160" y="1608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p75"/>
            <p:cNvSpPr/>
            <p:nvPr/>
          </p:nvSpPr>
          <p:spPr>
            <a:xfrm>
              <a:off x="6167975" y="2118400"/>
              <a:ext cx="150775" cy="151225"/>
            </a:xfrm>
            <a:custGeom>
              <a:avLst/>
              <a:gdLst/>
              <a:ahLst/>
              <a:cxnLst/>
              <a:rect l="l" t="t" r="r" b="b"/>
              <a:pathLst>
                <a:path w="6031" h="6049" extrusionOk="0">
                  <a:moveTo>
                    <a:pt x="3015" y="0"/>
                  </a:moveTo>
                  <a:lnTo>
                    <a:pt x="0" y="3015"/>
                  </a:lnTo>
                  <a:lnTo>
                    <a:pt x="3015" y="6049"/>
                  </a:lnTo>
                  <a:lnTo>
                    <a:pt x="6030" y="3015"/>
                  </a:lnTo>
                  <a:lnTo>
                    <a:pt x="3015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7" name="Google Shape;2197;p75"/>
            <p:cNvSpPr/>
            <p:nvPr/>
          </p:nvSpPr>
          <p:spPr>
            <a:xfrm>
              <a:off x="6162400" y="2112825"/>
              <a:ext cx="161925" cy="161925"/>
            </a:xfrm>
            <a:custGeom>
              <a:avLst/>
              <a:gdLst/>
              <a:ahLst/>
              <a:cxnLst/>
              <a:rect l="l" t="t" r="r" b="b"/>
              <a:pathLst>
                <a:path w="6477" h="6477" extrusionOk="0">
                  <a:moveTo>
                    <a:pt x="428" y="3238"/>
                  </a:moveTo>
                  <a:lnTo>
                    <a:pt x="3238" y="6049"/>
                  </a:lnTo>
                  <a:lnTo>
                    <a:pt x="6030" y="3238"/>
                  </a:lnTo>
                  <a:lnTo>
                    <a:pt x="3238" y="447"/>
                  </a:lnTo>
                  <a:close/>
                  <a:moveTo>
                    <a:pt x="3238" y="6477"/>
                  </a:moveTo>
                  <a:lnTo>
                    <a:pt x="0" y="3238"/>
                  </a:lnTo>
                  <a:lnTo>
                    <a:pt x="3238" y="0"/>
                  </a:lnTo>
                  <a:lnTo>
                    <a:pt x="6477" y="3238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8" name="Google Shape;2198;p75"/>
            <p:cNvSpPr/>
            <p:nvPr/>
          </p:nvSpPr>
          <p:spPr>
            <a:xfrm>
              <a:off x="6190775" y="2141200"/>
              <a:ext cx="105175" cy="105175"/>
            </a:xfrm>
            <a:custGeom>
              <a:avLst/>
              <a:gdLst/>
              <a:ahLst/>
              <a:cxnLst/>
              <a:rect l="l" t="t" r="r" b="b"/>
              <a:pathLst>
                <a:path w="4207" h="4207" extrusionOk="0">
                  <a:moveTo>
                    <a:pt x="428" y="2103"/>
                  </a:moveTo>
                  <a:lnTo>
                    <a:pt x="2103" y="3778"/>
                  </a:lnTo>
                  <a:lnTo>
                    <a:pt x="3760" y="2103"/>
                  </a:lnTo>
                  <a:lnTo>
                    <a:pt x="2103" y="447"/>
                  </a:lnTo>
                  <a:close/>
                  <a:moveTo>
                    <a:pt x="2103" y="4206"/>
                  </a:moveTo>
                  <a:lnTo>
                    <a:pt x="0" y="2103"/>
                  </a:lnTo>
                  <a:lnTo>
                    <a:pt x="2103" y="0"/>
                  </a:lnTo>
                  <a:lnTo>
                    <a:pt x="4206" y="2103"/>
                  </a:lnTo>
                  <a:close/>
                </a:path>
              </a:pathLst>
            </a:custGeom>
            <a:gradFill>
              <a:gsLst>
                <a:gs pos="0">
                  <a:srgbClr val="4E29AA"/>
                </a:gs>
                <a:gs pos="100000">
                  <a:srgbClr val="674EA7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p75"/>
            <p:cNvSpPr/>
            <p:nvPr/>
          </p:nvSpPr>
          <p:spPr>
            <a:xfrm>
              <a:off x="6107140" y="2405651"/>
              <a:ext cx="309425" cy="309425"/>
            </a:xfrm>
            <a:custGeom>
              <a:avLst/>
              <a:gdLst/>
              <a:ahLst/>
              <a:cxnLst/>
              <a:rect l="l" t="t" r="r" b="b"/>
              <a:pathLst>
                <a:path w="12377" h="12377" extrusionOk="0">
                  <a:moveTo>
                    <a:pt x="6179" y="1"/>
                  </a:moveTo>
                  <a:lnTo>
                    <a:pt x="0" y="6179"/>
                  </a:lnTo>
                  <a:lnTo>
                    <a:pt x="6179" y="12377"/>
                  </a:lnTo>
                  <a:lnTo>
                    <a:pt x="12377" y="6179"/>
                  </a:lnTo>
                  <a:lnTo>
                    <a:pt x="617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01" name="Google Shape;2201;p76"/>
          <p:cNvGrpSpPr/>
          <p:nvPr/>
        </p:nvGrpSpPr>
        <p:grpSpPr>
          <a:xfrm rot="10800000" flipH="1">
            <a:off x="-1215840" y="503176"/>
            <a:ext cx="2872823" cy="2439739"/>
            <a:chOff x="4665875" y="2808650"/>
            <a:chExt cx="993850" cy="844025"/>
          </a:xfrm>
        </p:grpSpPr>
        <p:sp>
          <p:nvSpPr>
            <p:cNvPr id="2202" name="Google Shape;2202;p76"/>
            <p:cNvSpPr/>
            <p:nvPr/>
          </p:nvSpPr>
          <p:spPr>
            <a:xfrm>
              <a:off x="4837550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39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p76"/>
            <p:cNvSpPr/>
            <p:nvPr/>
          </p:nvSpPr>
          <p:spPr>
            <a:xfrm>
              <a:off x="4813375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p76"/>
            <p:cNvSpPr/>
            <p:nvPr/>
          </p:nvSpPr>
          <p:spPr>
            <a:xfrm>
              <a:off x="4789625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40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p76"/>
            <p:cNvSpPr/>
            <p:nvPr/>
          </p:nvSpPr>
          <p:spPr>
            <a:xfrm>
              <a:off x="4765450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p76"/>
            <p:cNvSpPr/>
            <p:nvPr/>
          </p:nvSpPr>
          <p:spPr>
            <a:xfrm>
              <a:off x="4665875" y="2808650"/>
              <a:ext cx="844500" cy="844025"/>
            </a:xfrm>
            <a:custGeom>
              <a:avLst/>
              <a:gdLst/>
              <a:ahLst/>
              <a:cxnLst/>
              <a:rect l="l" t="t" r="r" b="b"/>
              <a:pathLst>
                <a:path w="33780" h="33761" extrusionOk="0">
                  <a:moveTo>
                    <a:pt x="1322" y="16880"/>
                  </a:moveTo>
                  <a:lnTo>
                    <a:pt x="16899" y="32439"/>
                  </a:lnTo>
                  <a:lnTo>
                    <a:pt x="32458" y="16880"/>
                  </a:lnTo>
                  <a:lnTo>
                    <a:pt x="16899" y="1303"/>
                  </a:lnTo>
                  <a:close/>
                  <a:moveTo>
                    <a:pt x="16899" y="33760"/>
                  </a:moveTo>
                  <a:lnTo>
                    <a:pt x="1" y="16880"/>
                  </a:lnTo>
                  <a:lnTo>
                    <a:pt x="16899" y="0"/>
                  </a:lnTo>
                  <a:lnTo>
                    <a:pt x="33779" y="168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p76"/>
            <p:cNvSpPr/>
            <p:nvPr/>
          </p:nvSpPr>
          <p:spPr>
            <a:xfrm>
              <a:off x="5047532" y="3035061"/>
              <a:ext cx="368975" cy="369000"/>
            </a:xfrm>
            <a:custGeom>
              <a:avLst/>
              <a:gdLst/>
              <a:ahLst/>
              <a:cxnLst/>
              <a:rect l="l" t="t" r="r" b="b"/>
              <a:pathLst>
                <a:path w="14759" h="14760" extrusionOk="0">
                  <a:moveTo>
                    <a:pt x="429" y="7371"/>
                  </a:moveTo>
                  <a:lnTo>
                    <a:pt x="7370" y="14331"/>
                  </a:lnTo>
                  <a:lnTo>
                    <a:pt x="14331" y="7371"/>
                  </a:lnTo>
                  <a:lnTo>
                    <a:pt x="7370" y="429"/>
                  </a:lnTo>
                  <a:close/>
                  <a:moveTo>
                    <a:pt x="7370" y="14759"/>
                  </a:moveTo>
                  <a:lnTo>
                    <a:pt x="1" y="7371"/>
                  </a:lnTo>
                  <a:lnTo>
                    <a:pt x="7370" y="1"/>
                  </a:lnTo>
                  <a:lnTo>
                    <a:pt x="14759" y="737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p76"/>
            <p:cNvSpPr/>
            <p:nvPr/>
          </p:nvSpPr>
          <p:spPr>
            <a:xfrm>
              <a:off x="5114532" y="3102061"/>
              <a:ext cx="234975" cy="235000"/>
            </a:xfrm>
            <a:custGeom>
              <a:avLst/>
              <a:gdLst/>
              <a:ahLst/>
              <a:cxnLst/>
              <a:rect l="l" t="t" r="r" b="b"/>
              <a:pathLst>
                <a:path w="9399" h="9400" extrusionOk="0">
                  <a:moveTo>
                    <a:pt x="447" y="4691"/>
                  </a:moveTo>
                  <a:lnTo>
                    <a:pt x="4690" y="8953"/>
                  </a:lnTo>
                  <a:lnTo>
                    <a:pt x="8952" y="4691"/>
                  </a:lnTo>
                  <a:lnTo>
                    <a:pt x="4690" y="448"/>
                  </a:lnTo>
                  <a:close/>
                  <a:moveTo>
                    <a:pt x="4690" y="9399"/>
                  </a:moveTo>
                  <a:lnTo>
                    <a:pt x="0" y="4691"/>
                  </a:lnTo>
                  <a:lnTo>
                    <a:pt x="4690" y="1"/>
                  </a:lnTo>
                  <a:lnTo>
                    <a:pt x="9399" y="469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09" name="Google Shape;2209;p76"/>
          <p:cNvGrpSpPr/>
          <p:nvPr/>
        </p:nvGrpSpPr>
        <p:grpSpPr>
          <a:xfrm rot="10800000" flipH="1">
            <a:off x="-309809" y="2691848"/>
            <a:ext cx="2872292" cy="2378232"/>
            <a:chOff x="2210400" y="2558550"/>
            <a:chExt cx="971025" cy="804000"/>
          </a:xfrm>
        </p:grpSpPr>
        <p:sp>
          <p:nvSpPr>
            <p:cNvPr id="2210" name="Google Shape;2210;p76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p76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p76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p76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p76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5" name="Google Shape;2215;p76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6" name="Google Shape;2216;p76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p76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18" name="Google Shape;2218;p76"/>
          <p:cNvSpPr/>
          <p:nvPr/>
        </p:nvSpPr>
        <p:spPr>
          <a:xfrm rot="10800000" flipH="1">
            <a:off x="-94215" y="3081101"/>
            <a:ext cx="2441112" cy="2439739"/>
          </a:xfrm>
          <a:custGeom>
            <a:avLst/>
            <a:gdLst/>
            <a:ahLst/>
            <a:cxnLst/>
            <a:rect l="l" t="t" r="r" b="b"/>
            <a:pathLst>
              <a:path w="33780" h="33761" extrusionOk="0">
                <a:moveTo>
                  <a:pt x="1322" y="16880"/>
                </a:moveTo>
                <a:lnTo>
                  <a:pt x="16899" y="32439"/>
                </a:lnTo>
                <a:lnTo>
                  <a:pt x="32458" y="16880"/>
                </a:lnTo>
                <a:lnTo>
                  <a:pt x="16899" y="1303"/>
                </a:lnTo>
                <a:close/>
                <a:moveTo>
                  <a:pt x="16899" y="33760"/>
                </a:moveTo>
                <a:lnTo>
                  <a:pt x="1" y="16880"/>
                </a:lnTo>
                <a:lnTo>
                  <a:pt x="16899" y="0"/>
                </a:lnTo>
                <a:lnTo>
                  <a:pt x="33779" y="1688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00000">
                <a:srgbClr val="00FFFF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9" name="Google Shape;2219;p76"/>
          <p:cNvSpPr/>
          <p:nvPr/>
        </p:nvSpPr>
        <p:spPr>
          <a:xfrm>
            <a:off x="8316930" y="151129"/>
            <a:ext cx="823936" cy="823879"/>
          </a:xfrm>
          <a:custGeom>
            <a:avLst/>
            <a:gdLst/>
            <a:ahLst/>
            <a:cxnLst/>
            <a:rect l="l" t="t" r="r" b="b"/>
            <a:pathLst>
              <a:path w="14462" h="14461" extrusionOk="0">
                <a:moveTo>
                  <a:pt x="7222" y="0"/>
                </a:moveTo>
                <a:lnTo>
                  <a:pt x="1" y="7221"/>
                </a:lnTo>
                <a:lnTo>
                  <a:pt x="7222" y="14461"/>
                </a:lnTo>
                <a:lnTo>
                  <a:pt x="14461" y="7221"/>
                </a:lnTo>
                <a:lnTo>
                  <a:pt x="7222" y="0"/>
                </a:lnTo>
                <a:close/>
              </a:path>
            </a:pathLst>
          </a:custGeom>
          <a:gradFill>
            <a:gsLst>
              <a:gs pos="0">
                <a:srgbClr val="674EA7"/>
              </a:gs>
              <a:gs pos="100000">
                <a:srgbClr val="00FFFF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0" name="Google Shape;2220;p76"/>
          <p:cNvSpPr/>
          <p:nvPr/>
        </p:nvSpPr>
        <p:spPr>
          <a:xfrm flipH="1">
            <a:off x="7508346" y="-1174824"/>
            <a:ext cx="2441112" cy="2439739"/>
          </a:xfrm>
          <a:custGeom>
            <a:avLst/>
            <a:gdLst/>
            <a:ahLst/>
            <a:cxnLst/>
            <a:rect l="l" t="t" r="r" b="b"/>
            <a:pathLst>
              <a:path w="33780" h="33761" extrusionOk="0">
                <a:moveTo>
                  <a:pt x="1322" y="16880"/>
                </a:moveTo>
                <a:lnTo>
                  <a:pt x="16899" y="32439"/>
                </a:lnTo>
                <a:lnTo>
                  <a:pt x="32458" y="16880"/>
                </a:lnTo>
                <a:lnTo>
                  <a:pt x="16899" y="1303"/>
                </a:lnTo>
                <a:close/>
                <a:moveTo>
                  <a:pt x="16899" y="33760"/>
                </a:moveTo>
                <a:lnTo>
                  <a:pt x="1" y="16880"/>
                </a:lnTo>
                <a:lnTo>
                  <a:pt x="16899" y="0"/>
                </a:lnTo>
                <a:lnTo>
                  <a:pt x="33779" y="1688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00000">
                <a:srgbClr val="00FFFF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1" name="Google Shape;2221;p76"/>
          <p:cNvGrpSpPr/>
          <p:nvPr/>
        </p:nvGrpSpPr>
        <p:grpSpPr>
          <a:xfrm flipH="1">
            <a:off x="6947190" y="-119799"/>
            <a:ext cx="3563418" cy="3276021"/>
            <a:chOff x="4765450" y="2817950"/>
            <a:chExt cx="894275" cy="822150"/>
          </a:xfrm>
        </p:grpSpPr>
        <p:sp>
          <p:nvSpPr>
            <p:cNvPr id="2222" name="Google Shape;2222;p76"/>
            <p:cNvSpPr/>
            <p:nvPr/>
          </p:nvSpPr>
          <p:spPr>
            <a:xfrm>
              <a:off x="4837550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39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3" name="Google Shape;2223;p76"/>
            <p:cNvSpPr/>
            <p:nvPr/>
          </p:nvSpPr>
          <p:spPr>
            <a:xfrm>
              <a:off x="4813375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4" name="Google Shape;2224;p76"/>
            <p:cNvSpPr/>
            <p:nvPr/>
          </p:nvSpPr>
          <p:spPr>
            <a:xfrm>
              <a:off x="4789625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40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5" name="Google Shape;2225;p76"/>
            <p:cNvSpPr/>
            <p:nvPr/>
          </p:nvSpPr>
          <p:spPr>
            <a:xfrm>
              <a:off x="4765450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1"/>
          <p:cNvSpPr txBox="1">
            <a:spLocks noGrp="1"/>
          </p:cNvSpPr>
          <p:nvPr>
            <p:ph type="title"/>
          </p:nvPr>
        </p:nvSpPr>
        <p:spPr>
          <a:xfrm>
            <a:off x="1653086" y="1481125"/>
            <a:ext cx="2653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34" name="Google Shape;834;p51"/>
          <p:cNvSpPr txBox="1">
            <a:spLocks noGrp="1"/>
          </p:cNvSpPr>
          <p:nvPr>
            <p:ph type="subTitle" idx="1"/>
          </p:nvPr>
        </p:nvSpPr>
        <p:spPr>
          <a:xfrm>
            <a:off x="1653074" y="1907369"/>
            <a:ext cx="2653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5" name="Google Shape;835;p51"/>
          <p:cNvSpPr txBox="1">
            <a:spLocks noGrp="1"/>
          </p:cNvSpPr>
          <p:nvPr>
            <p:ph type="title" idx="2"/>
          </p:nvPr>
        </p:nvSpPr>
        <p:spPr>
          <a:xfrm>
            <a:off x="5570882" y="1481125"/>
            <a:ext cx="2653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36" name="Google Shape;836;p51"/>
          <p:cNvSpPr txBox="1">
            <a:spLocks noGrp="1"/>
          </p:cNvSpPr>
          <p:nvPr>
            <p:ph type="subTitle" idx="3"/>
          </p:nvPr>
        </p:nvSpPr>
        <p:spPr>
          <a:xfrm>
            <a:off x="5570875" y="1907500"/>
            <a:ext cx="2653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37" name="Google Shape;837;p51"/>
          <p:cNvGrpSpPr/>
          <p:nvPr/>
        </p:nvGrpSpPr>
        <p:grpSpPr>
          <a:xfrm>
            <a:off x="-534234" y="2591589"/>
            <a:ext cx="3563418" cy="3276021"/>
            <a:chOff x="4765450" y="2817950"/>
            <a:chExt cx="894275" cy="822150"/>
          </a:xfrm>
        </p:grpSpPr>
        <p:sp>
          <p:nvSpPr>
            <p:cNvPr id="838" name="Google Shape;838;p51"/>
            <p:cNvSpPr/>
            <p:nvPr/>
          </p:nvSpPr>
          <p:spPr>
            <a:xfrm>
              <a:off x="4837550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39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51"/>
            <p:cNvSpPr/>
            <p:nvPr/>
          </p:nvSpPr>
          <p:spPr>
            <a:xfrm>
              <a:off x="4813375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51"/>
            <p:cNvSpPr/>
            <p:nvPr/>
          </p:nvSpPr>
          <p:spPr>
            <a:xfrm>
              <a:off x="4789625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40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51"/>
            <p:cNvSpPr/>
            <p:nvPr/>
          </p:nvSpPr>
          <p:spPr>
            <a:xfrm>
              <a:off x="4765450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2" name="Google Shape;842;p51"/>
          <p:cNvGrpSpPr/>
          <p:nvPr/>
        </p:nvGrpSpPr>
        <p:grpSpPr>
          <a:xfrm>
            <a:off x="666212" y="4424016"/>
            <a:ext cx="1162531" cy="1161127"/>
            <a:chOff x="7253149" y="3334154"/>
            <a:chExt cx="1162531" cy="1161127"/>
          </a:xfrm>
        </p:grpSpPr>
        <p:sp>
          <p:nvSpPr>
            <p:cNvPr id="843" name="Google Shape;843;p51"/>
            <p:cNvSpPr/>
            <p:nvPr/>
          </p:nvSpPr>
          <p:spPr>
            <a:xfrm>
              <a:off x="7422442" y="3502766"/>
              <a:ext cx="823936" cy="823879"/>
            </a:xfrm>
            <a:custGeom>
              <a:avLst/>
              <a:gdLst/>
              <a:ahLst/>
              <a:cxnLst/>
              <a:rect l="l" t="t" r="r" b="b"/>
              <a:pathLst>
                <a:path w="14462" h="14461" extrusionOk="0">
                  <a:moveTo>
                    <a:pt x="7222" y="0"/>
                  </a:moveTo>
                  <a:lnTo>
                    <a:pt x="1" y="7221"/>
                  </a:lnTo>
                  <a:lnTo>
                    <a:pt x="7222" y="14461"/>
                  </a:lnTo>
                  <a:lnTo>
                    <a:pt x="14461" y="7221"/>
                  </a:lnTo>
                  <a:lnTo>
                    <a:pt x="7222" y="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00FF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44" name="Google Shape;844;p51"/>
            <p:cNvGrpSpPr/>
            <p:nvPr/>
          </p:nvGrpSpPr>
          <p:grpSpPr>
            <a:xfrm>
              <a:off x="7253149" y="3334154"/>
              <a:ext cx="1162531" cy="1161127"/>
              <a:chOff x="2651171" y="2397773"/>
              <a:chExt cx="2099568" cy="2097033"/>
            </a:xfrm>
          </p:grpSpPr>
          <p:sp>
            <p:nvSpPr>
              <p:cNvPr id="845" name="Google Shape;845;p51"/>
              <p:cNvSpPr/>
              <p:nvPr/>
            </p:nvSpPr>
            <p:spPr>
              <a:xfrm>
                <a:off x="2651171" y="2397773"/>
                <a:ext cx="2099568" cy="2097033"/>
              </a:xfrm>
              <a:custGeom>
                <a:avLst/>
                <a:gdLst/>
                <a:ahLst/>
                <a:cxnLst/>
                <a:rect l="l" t="t" r="r" b="b"/>
                <a:pathLst>
                  <a:path w="14908" h="14890" extrusionOk="0">
                    <a:moveTo>
                      <a:pt x="447" y="7445"/>
                    </a:moveTo>
                    <a:lnTo>
                      <a:pt x="7445" y="14461"/>
                    </a:lnTo>
                    <a:lnTo>
                      <a:pt x="14461" y="7445"/>
                    </a:lnTo>
                    <a:lnTo>
                      <a:pt x="7445" y="429"/>
                    </a:lnTo>
                    <a:close/>
                    <a:moveTo>
                      <a:pt x="7445" y="14889"/>
                    </a:moveTo>
                    <a:lnTo>
                      <a:pt x="0" y="7445"/>
                    </a:lnTo>
                    <a:lnTo>
                      <a:pt x="7445" y="1"/>
                    </a:lnTo>
                    <a:lnTo>
                      <a:pt x="14908" y="7445"/>
                    </a:lnTo>
                    <a:close/>
                  </a:path>
                </a:pathLst>
              </a:custGeom>
              <a:gradFill>
                <a:gsLst>
                  <a:gs pos="0">
                    <a:srgbClr val="674EA7"/>
                  </a:gs>
                  <a:gs pos="100000">
                    <a:srgbClr val="351C75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6" name="Google Shape;846;p51"/>
              <p:cNvSpPr/>
              <p:nvPr/>
            </p:nvSpPr>
            <p:spPr>
              <a:xfrm>
                <a:off x="3033817" y="2780418"/>
                <a:ext cx="1334271" cy="1334271"/>
              </a:xfrm>
              <a:custGeom>
                <a:avLst/>
                <a:gdLst/>
                <a:ahLst/>
                <a:cxnLst/>
                <a:rect l="l" t="t" r="r" b="b"/>
                <a:pathLst>
                  <a:path w="9474" h="9474" extrusionOk="0">
                    <a:moveTo>
                      <a:pt x="429" y="4728"/>
                    </a:moveTo>
                    <a:lnTo>
                      <a:pt x="4728" y="9027"/>
                    </a:lnTo>
                    <a:lnTo>
                      <a:pt x="9027" y="4728"/>
                    </a:lnTo>
                    <a:lnTo>
                      <a:pt x="4728" y="429"/>
                    </a:lnTo>
                    <a:close/>
                    <a:moveTo>
                      <a:pt x="4728" y="9474"/>
                    </a:moveTo>
                    <a:lnTo>
                      <a:pt x="1" y="4728"/>
                    </a:lnTo>
                    <a:lnTo>
                      <a:pt x="4728" y="1"/>
                    </a:lnTo>
                    <a:lnTo>
                      <a:pt x="9473" y="4728"/>
                    </a:lnTo>
                    <a:close/>
                  </a:path>
                </a:pathLst>
              </a:custGeom>
              <a:gradFill>
                <a:gsLst>
                  <a:gs pos="0">
                    <a:srgbClr val="674EA7"/>
                  </a:gs>
                  <a:gs pos="100000">
                    <a:srgbClr val="351C75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847" name="Google Shape;847;p51"/>
          <p:cNvGrpSpPr/>
          <p:nvPr/>
        </p:nvGrpSpPr>
        <p:grpSpPr>
          <a:xfrm>
            <a:off x="7582096" y="290150"/>
            <a:ext cx="1162705" cy="962710"/>
            <a:chOff x="2210400" y="2558550"/>
            <a:chExt cx="971025" cy="804000"/>
          </a:xfrm>
        </p:grpSpPr>
        <p:sp>
          <p:nvSpPr>
            <p:cNvPr id="848" name="Google Shape;848;p51"/>
            <p:cNvSpPr/>
            <p:nvPr/>
          </p:nvSpPr>
          <p:spPr>
            <a:xfrm>
              <a:off x="228065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51"/>
            <p:cNvSpPr/>
            <p:nvPr/>
          </p:nvSpPr>
          <p:spPr>
            <a:xfrm>
              <a:off x="2256925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78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51"/>
            <p:cNvSpPr/>
            <p:nvPr/>
          </p:nvSpPr>
          <p:spPr>
            <a:xfrm>
              <a:off x="2233650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51"/>
            <p:cNvSpPr/>
            <p:nvPr/>
          </p:nvSpPr>
          <p:spPr>
            <a:xfrm>
              <a:off x="22104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51"/>
            <p:cNvSpPr/>
            <p:nvPr/>
          </p:nvSpPr>
          <p:spPr>
            <a:xfrm>
              <a:off x="2377425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28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51"/>
            <p:cNvSpPr/>
            <p:nvPr/>
          </p:nvSpPr>
          <p:spPr>
            <a:xfrm>
              <a:off x="2353700" y="2558550"/>
              <a:ext cx="804000" cy="804000"/>
            </a:xfrm>
            <a:custGeom>
              <a:avLst/>
              <a:gdLst/>
              <a:ahLst/>
              <a:cxnLst/>
              <a:rect l="l" t="t" r="r" b="b"/>
              <a:pathLst>
                <a:path w="32160" h="32160" extrusionOk="0">
                  <a:moveTo>
                    <a:pt x="447" y="16080"/>
                  </a:moveTo>
                  <a:lnTo>
                    <a:pt x="16080" y="31731"/>
                  </a:lnTo>
                  <a:lnTo>
                    <a:pt x="31732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0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51"/>
            <p:cNvSpPr/>
            <p:nvPr/>
          </p:nvSpPr>
          <p:spPr>
            <a:xfrm>
              <a:off x="2330425" y="2558550"/>
              <a:ext cx="804025" cy="804000"/>
            </a:xfrm>
            <a:custGeom>
              <a:avLst/>
              <a:gdLst/>
              <a:ahLst/>
              <a:cxnLst/>
              <a:rect l="l" t="t" r="r" b="b"/>
              <a:pathLst>
                <a:path w="32161" h="32160" extrusionOk="0">
                  <a:moveTo>
                    <a:pt x="429" y="16080"/>
                  </a:moveTo>
                  <a:lnTo>
                    <a:pt x="16080" y="31731"/>
                  </a:lnTo>
                  <a:lnTo>
                    <a:pt x="31713" y="16080"/>
                  </a:lnTo>
                  <a:lnTo>
                    <a:pt x="16080" y="428"/>
                  </a:lnTo>
                  <a:close/>
                  <a:moveTo>
                    <a:pt x="16080" y="32159"/>
                  </a:moveTo>
                  <a:lnTo>
                    <a:pt x="1" y="16080"/>
                  </a:lnTo>
                  <a:lnTo>
                    <a:pt x="16080" y="0"/>
                  </a:lnTo>
                  <a:lnTo>
                    <a:pt x="32160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51"/>
            <p:cNvSpPr/>
            <p:nvPr/>
          </p:nvSpPr>
          <p:spPr>
            <a:xfrm>
              <a:off x="2306700" y="2558550"/>
              <a:ext cx="804475" cy="804000"/>
            </a:xfrm>
            <a:custGeom>
              <a:avLst/>
              <a:gdLst/>
              <a:ahLst/>
              <a:cxnLst/>
              <a:rect l="l" t="t" r="r" b="b"/>
              <a:pathLst>
                <a:path w="32179" h="32160" extrusionOk="0">
                  <a:moveTo>
                    <a:pt x="447" y="16080"/>
                  </a:moveTo>
                  <a:lnTo>
                    <a:pt x="16099" y="31731"/>
                  </a:lnTo>
                  <a:lnTo>
                    <a:pt x="31732" y="16080"/>
                  </a:lnTo>
                  <a:lnTo>
                    <a:pt x="16099" y="428"/>
                  </a:lnTo>
                  <a:close/>
                  <a:moveTo>
                    <a:pt x="16099" y="32159"/>
                  </a:moveTo>
                  <a:lnTo>
                    <a:pt x="1" y="16080"/>
                  </a:lnTo>
                  <a:lnTo>
                    <a:pt x="16099" y="0"/>
                  </a:lnTo>
                  <a:lnTo>
                    <a:pt x="32179" y="1608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6" name="Google Shape;856;p51"/>
          <p:cNvGrpSpPr/>
          <p:nvPr/>
        </p:nvGrpSpPr>
        <p:grpSpPr>
          <a:xfrm>
            <a:off x="7415915" y="125143"/>
            <a:ext cx="3960194" cy="4417325"/>
            <a:chOff x="4665875" y="2544104"/>
            <a:chExt cx="993850" cy="1108571"/>
          </a:xfrm>
        </p:grpSpPr>
        <p:sp>
          <p:nvSpPr>
            <p:cNvPr id="857" name="Google Shape;857;p51"/>
            <p:cNvSpPr/>
            <p:nvPr/>
          </p:nvSpPr>
          <p:spPr>
            <a:xfrm>
              <a:off x="4837550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39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51"/>
            <p:cNvSpPr/>
            <p:nvPr/>
          </p:nvSpPr>
          <p:spPr>
            <a:xfrm>
              <a:off x="4813375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51"/>
            <p:cNvSpPr/>
            <p:nvPr/>
          </p:nvSpPr>
          <p:spPr>
            <a:xfrm>
              <a:off x="4789625" y="2817950"/>
              <a:ext cx="822175" cy="822150"/>
            </a:xfrm>
            <a:custGeom>
              <a:avLst/>
              <a:gdLst/>
              <a:ahLst/>
              <a:cxnLst/>
              <a:rect l="l" t="t" r="r" b="b"/>
              <a:pathLst>
                <a:path w="32887" h="32886" extrusionOk="0">
                  <a:moveTo>
                    <a:pt x="429" y="16452"/>
                  </a:moveTo>
                  <a:lnTo>
                    <a:pt x="16434" y="32458"/>
                  </a:lnTo>
                  <a:lnTo>
                    <a:pt x="32440" y="16452"/>
                  </a:lnTo>
                  <a:lnTo>
                    <a:pt x="16434" y="447"/>
                  </a:lnTo>
                  <a:close/>
                  <a:moveTo>
                    <a:pt x="16434" y="32886"/>
                  </a:moveTo>
                  <a:lnTo>
                    <a:pt x="1" y="16452"/>
                  </a:lnTo>
                  <a:lnTo>
                    <a:pt x="16434" y="1"/>
                  </a:lnTo>
                  <a:lnTo>
                    <a:pt x="32886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51"/>
            <p:cNvSpPr/>
            <p:nvPr/>
          </p:nvSpPr>
          <p:spPr>
            <a:xfrm>
              <a:off x="4765450" y="2817950"/>
              <a:ext cx="822150" cy="822150"/>
            </a:xfrm>
            <a:custGeom>
              <a:avLst/>
              <a:gdLst/>
              <a:ahLst/>
              <a:cxnLst/>
              <a:rect l="l" t="t" r="r" b="b"/>
              <a:pathLst>
                <a:path w="32886" h="32886" extrusionOk="0">
                  <a:moveTo>
                    <a:pt x="447" y="16452"/>
                  </a:moveTo>
                  <a:lnTo>
                    <a:pt x="16452" y="32458"/>
                  </a:lnTo>
                  <a:lnTo>
                    <a:pt x="32457" y="16452"/>
                  </a:lnTo>
                  <a:lnTo>
                    <a:pt x="16452" y="447"/>
                  </a:lnTo>
                  <a:close/>
                  <a:moveTo>
                    <a:pt x="16452" y="32886"/>
                  </a:moveTo>
                  <a:lnTo>
                    <a:pt x="0" y="16452"/>
                  </a:lnTo>
                  <a:lnTo>
                    <a:pt x="16452" y="1"/>
                  </a:lnTo>
                  <a:lnTo>
                    <a:pt x="32885" y="16452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51"/>
            <p:cNvSpPr/>
            <p:nvPr/>
          </p:nvSpPr>
          <p:spPr>
            <a:xfrm>
              <a:off x="4665875" y="2808650"/>
              <a:ext cx="844500" cy="844025"/>
            </a:xfrm>
            <a:custGeom>
              <a:avLst/>
              <a:gdLst/>
              <a:ahLst/>
              <a:cxnLst/>
              <a:rect l="l" t="t" r="r" b="b"/>
              <a:pathLst>
                <a:path w="33780" h="33761" extrusionOk="0">
                  <a:moveTo>
                    <a:pt x="1322" y="16880"/>
                  </a:moveTo>
                  <a:lnTo>
                    <a:pt x="16899" y="32439"/>
                  </a:lnTo>
                  <a:lnTo>
                    <a:pt x="32458" y="16880"/>
                  </a:lnTo>
                  <a:lnTo>
                    <a:pt x="16899" y="1303"/>
                  </a:lnTo>
                  <a:close/>
                  <a:moveTo>
                    <a:pt x="16899" y="33760"/>
                  </a:moveTo>
                  <a:lnTo>
                    <a:pt x="1" y="16880"/>
                  </a:lnTo>
                  <a:lnTo>
                    <a:pt x="16899" y="0"/>
                  </a:lnTo>
                  <a:lnTo>
                    <a:pt x="33779" y="16880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51"/>
            <p:cNvSpPr/>
            <p:nvPr/>
          </p:nvSpPr>
          <p:spPr>
            <a:xfrm>
              <a:off x="4665875" y="2544104"/>
              <a:ext cx="316425" cy="316425"/>
            </a:xfrm>
            <a:custGeom>
              <a:avLst/>
              <a:gdLst/>
              <a:ahLst/>
              <a:cxnLst/>
              <a:rect l="l" t="t" r="r" b="b"/>
              <a:pathLst>
                <a:path w="12657" h="12657" extrusionOk="0">
                  <a:moveTo>
                    <a:pt x="6329" y="1"/>
                  </a:moveTo>
                  <a:lnTo>
                    <a:pt x="1" y="6328"/>
                  </a:lnTo>
                  <a:lnTo>
                    <a:pt x="6329" y="12656"/>
                  </a:lnTo>
                  <a:lnTo>
                    <a:pt x="12656" y="6328"/>
                  </a:lnTo>
                  <a:lnTo>
                    <a:pt x="6329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51"/>
            <p:cNvSpPr/>
            <p:nvPr/>
          </p:nvSpPr>
          <p:spPr>
            <a:xfrm>
              <a:off x="4920850" y="3013825"/>
              <a:ext cx="358275" cy="358275"/>
            </a:xfrm>
            <a:custGeom>
              <a:avLst/>
              <a:gdLst/>
              <a:ahLst/>
              <a:cxnLst/>
              <a:rect l="l" t="t" r="r" b="b"/>
              <a:pathLst>
                <a:path w="14331" h="14331" extrusionOk="0">
                  <a:moveTo>
                    <a:pt x="7165" y="1"/>
                  </a:moveTo>
                  <a:lnTo>
                    <a:pt x="0" y="7166"/>
                  </a:lnTo>
                  <a:lnTo>
                    <a:pt x="7165" y="14331"/>
                  </a:lnTo>
                  <a:lnTo>
                    <a:pt x="14331" y="7166"/>
                  </a:lnTo>
                  <a:lnTo>
                    <a:pt x="7165" y="1"/>
                  </a:lnTo>
                  <a:close/>
                </a:path>
              </a:pathLst>
            </a:custGeom>
            <a:gradFill>
              <a:gsLst>
                <a:gs pos="0">
                  <a:srgbClr val="674EA7"/>
                </a:gs>
                <a:gs pos="100000">
                  <a:srgbClr val="351C7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51"/>
            <p:cNvSpPr/>
            <p:nvPr/>
          </p:nvSpPr>
          <p:spPr>
            <a:xfrm>
              <a:off x="4915725" y="3008700"/>
              <a:ext cx="368975" cy="369000"/>
            </a:xfrm>
            <a:custGeom>
              <a:avLst/>
              <a:gdLst/>
              <a:ahLst/>
              <a:cxnLst/>
              <a:rect l="l" t="t" r="r" b="b"/>
              <a:pathLst>
                <a:path w="14759" h="14760" extrusionOk="0">
                  <a:moveTo>
                    <a:pt x="429" y="7371"/>
                  </a:moveTo>
                  <a:lnTo>
                    <a:pt x="7370" y="14331"/>
                  </a:lnTo>
                  <a:lnTo>
                    <a:pt x="14331" y="7371"/>
                  </a:lnTo>
                  <a:lnTo>
                    <a:pt x="7370" y="429"/>
                  </a:lnTo>
                  <a:close/>
                  <a:moveTo>
                    <a:pt x="7370" y="14759"/>
                  </a:moveTo>
                  <a:lnTo>
                    <a:pt x="1" y="7371"/>
                  </a:lnTo>
                  <a:lnTo>
                    <a:pt x="7370" y="1"/>
                  </a:lnTo>
                  <a:lnTo>
                    <a:pt x="14759" y="737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51"/>
            <p:cNvSpPr/>
            <p:nvPr/>
          </p:nvSpPr>
          <p:spPr>
            <a:xfrm>
              <a:off x="4982725" y="3075700"/>
              <a:ext cx="234975" cy="235000"/>
            </a:xfrm>
            <a:custGeom>
              <a:avLst/>
              <a:gdLst/>
              <a:ahLst/>
              <a:cxnLst/>
              <a:rect l="l" t="t" r="r" b="b"/>
              <a:pathLst>
                <a:path w="9399" h="9400" extrusionOk="0">
                  <a:moveTo>
                    <a:pt x="447" y="4691"/>
                  </a:moveTo>
                  <a:lnTo>
                    <a:pt x="4690" y="8953"/>
                  </a:lnTo>
                  <a:lnTo>
                    <a:pt x="8952" y="4691"/>
                  </a:lnTo>
                  <a:lnTo>
                    <a:pt x="4690" y="448"/>
                  </a:lnTo>
                  <a:close/>
                  <a:moveTo>
                    <a:pt x="4690" y="9399"/>
                  </a:moveTo>
                  <a:lnTo>
                    <a:pt x="0" y="4691"/>
                  </a:lnTo>
                  <a:lnTo>
                    <a:pt x="4690" y="1"/>
                  </a:lnTo>
                  <a:lnTo>
                    <a:pt x="9399" y="469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00FFFF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6" name="Google Shape;866;p51"/>
          <p:cNvSpPr txBox="1">
            <a:spLocks noGrp="1"/>
          </p:cNvSpPr>
          <p:nvPr>
            <p:ph type="title" idx="4"/>
          </p:nvPr>
        </p:nvSpPr>
        <p:spPr>
          <a:xfrm>
            <a:off x="1653086" y="3186485"/>
            <a:ext cx="2653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67" name="Google Shape;867;p51"/>
          <p:cNvSpPr txBox="1">
            <a:spLocks noGrp="1"/>
          </p:cNvSpPr>
          <p:nvPr>
            <p:ph type="subTitle" idx="5"/>
          </p:nvPr>
        </p:nvSpPr>
        <p:spPr>
          <a:xfrm>
            <a:off x="1653074" y="3629949"/>
            <a:ext cx="2653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51"/>
          <p:cNvSpPr txBox="1">
            <a:spLocks noGrp="1"/>
          </p:cNvSpPr>
          <p:nvPr>
            <p:ph type="title" idx="6"/>
          </p:nvPr>
        </p:nvSpPr>
        <p:spPr>
          <a:xfrm>
            <a:off x="5570882" y="3186613"/>
            <a:ext cx="2653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69" name="Google Shape;869;p51"/>
          <p:cNvSpPr txBox="1">
            <a:spLocks noGrp="1"/>
          </p:cNvSpPr>
          <p:nvPr>
            <p:ph type="subTitle" idx="7"/>
          </p:nvPr>
        </p:nvSpPr>
        <p:spPr>
          <a:xfrm>
            <a:off x="5570875" y="3630075"/>
            <a:ext cx="2653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0" name="Google Shape;870;p51"/>
          <p:cNvSpPr txBox="1">
            <a:spLocks noGrp="1"/>
          </p:cNvSpPr>
          <p:nvPr>
            <p:ph type="title" idx="8"/>
          </p:nvPr>
        </p:nvSpPr>
        <p:spPr>
          <a:xfrm>
            <a:off x="713225" y="539500"/>
            <a:ext cx="7717500" cy="5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5261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4E29AA"/>
            </a:gs>
            <a:gs pos="100000">
              <a:srgbClr val="674EA7"/>
            </a:gs>
          </a:gsLst>
          <a:lin ang="16200038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  <a:defRPr sz="18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 sz="14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6" r:id="rId6"/>
    <p:sldLayoutId id="2147483680" r:id="rId7"/>
    <p:sldLayoutId id="2147483681" r:id="rId8"/>
    <p:sldLayoutId id="2147483682" r:id="rId9"/>
    <p:sldLayoutId id="2147483683" r:id="rId10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4E29AA"/>
            </a:gs>
            <a:gs pos="100000">
              <a:srgbClr val="674EA7"/>
            </a:gs>
          </a:gsLst>
          <a:lin ang="16198662" scaled="0"/>
        </a:gradFill>
        <a:effectLst/>
      </p:bgPr>
    </p:bg>
    <p:spTree>
      <p:nvGrpSpPr>
        <p:cNvPr id="1" name="Shape 2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CF3E6A1-6673-6761-F975-C9CA6F899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2046" y="3502702"/>
            <a:ext cx="962159" cy="1114581"/>
          </a:xfrm>
          <a:prstGeom prst="rect">
            <a:avLst/>
          </a:prstGeom>
        </p:spPr>
      </p:pic>
      <p:sp>
        <p:nvSpPr>
          <p:cNvPr id="4" name="Google Shape;84;p13">
            <a:extLst>
              <a:ext uri="{FF2B5EF4-FFF2-40B4-BE49-F238E27FC236}">
                <a16:creationId xmlns:a16="http://schemas.microsoft.com/office/drawing/2014/main" id="{6CEE664E-85B6-AC0C-437F-6F88A486626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0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fr-FR" b="1" dirty="0">
                <a:latin typeface="Montserrat"/>
                <a:ea typeface="Montserrat"/>
                <a:cs typeface="Montserrat"/>
                <a:sym typeface="Montserrat"/>
              </a:rPr>
              <a:t>Cahier des charges</a:t>
            </a:r>
            <a:endParaRPr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Google Shape;85;p13">
            <a:extLst>
              <a:ext uri="{FF2B5EF4-FFF2-40B4-BE49-F238E27FC236}">
                <a16:creationId xmlns:a16="http://schemas.microsoft.com/office/drawing/2014/main" id="{32DAAE11-B732-16FD-EC47-B72437BBE91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1126" y="2404293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Élaboration d’un Portfolio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lang="fr-FR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Cindy Arroyo</a:t>
            </a:r>
            <a:endParaRPr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1A22CC4-FB79-8A2A-ACBC-DB44CAA2E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059" y="3574149"/>
            <a:ext cx="2200582" cy="97168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F5F68A8-82C8-638B-E77D-416E565B68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610" y="3748001"/>
            <a:ext cx="2824376" cy="5549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4D15DE5-ED42-8006-1D79-4EC00B4ECA25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4" name="Image 3" descr="Une image contenant Dessin d’enfant&#10;&#10;Description générée automatiquement">
            <a:extLst>
              <a:ext uri="{FF2B5EF4-FFF2-40B4-BE49-F238E27FC236}">
                <a16:creationId xmlns:a16="http://schemas.microsoft.com/office/drawing/2014/main" id="{B1DA2D27-2334-E13F-8200-972AB6589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1058178"/>
            <a:ext cx="5981700" cy="281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788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6" name="Google Shape;2236;p2"/>
          <p:cNvSpPr txBox="1">
            <a:spLocks noGrp="1"/>
          </p:cNvSpPr>
          <p:nvPr>
            <p:ph type="title" idx="15"/>
          </p:nvPr>
        </p:nvSpPr>
        <p:spPr>
          <a:xfrm>
            <a:off x="658361" y="64012"/>
            <a:ext cx="7680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dirty="0">
                <a:latin typeface="Space Grotesk Light"/>
                <a:ea typeface="Space Grotesk Light"/>
                <a:cs typeface="Space Grotesk Light"/>
                <a:sym typeface="Space Grotesk Light"/>
              </a:rPr>
              <a:t>Sommaire</a:t>
            </a:r>
            <a:endParaRPr b="1" dirty="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37" name="Google Shape;2237;p2"/>
          <p:cNvSpPr txBox="1">
            <a:spLocks noGrp="1"/>
          </p:cNvSpPr>
          <p:nvPr>
            <p:ph type="title"/>
          </p:nvPr>
        </p:nvSpPr>
        <p:spPr>
          <a:xfrm>
            <a:off x="1506569" y="944834"/>
            <a:ext cx="25743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600" dirty="0"/>
              <a:t>Présentation du projet</a:t>
            </a:r>
            <a:endParaRPr sz="1600" dirty="0"/>
          </a:p>
        </p:txBody>
      </p:sp>
      <p:sp>
        <p:nvSpPr>
          <p:cNvPr id="2238" name="Google Shape;2238;p2"/>
          <p:cNvSpPr txBox="1">
            <a:spLocks noGrp="1"/>
          </p:cNvSpPr>
          <p:nvPr>
            <p:ph type="title" idx="2"/>
          </p:nvPr>
        </p:nvSpPr>
        <p:spPr>
          <a:xfrm>
            <a:off x="730469" y="948514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239" name="Google Shape;2239;p2"/>
          <p:cNvSpPr txBox="1">
            <a:spLocks noGrp="1"/>
          </p:cNvSpPr>
          <p:nvPr>
            <p:ph type="title" idx="3"/>
          </p:nvPr>
        </p:nvSpPr>
        <p:spPr>
          <a:xfrm>
            <a:off x="1561298" y="1705128"/>
            <a:ext cx="2684094" cy="495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600" dirty="0"/>
              <a:t>Equipe Projet</a:t>
            </a:r>
            <a:endParaRPr sz="1600" dirty="0"/>
          </a:p>
        </p:txBody>
      </p:sp>
      <p:sp>
        <p:nvSpPr>
          <p:cNvPr id="2240" name="Google Shape;2240;p2"/>
          <p:cNvSpPr txBox="1">
            <a:spLocks noGrp="1"/>
          </p:cNvSpPr>
          <p:nvPr>
            <p:ph type="title" idx="4"/>
          </p:nvPr>
        </p:nvSpPr>
        <p:spPr>
          <a:xfrm>
            <a:off x="730469" y="1705428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241" name="Google Shape;2241;p2"/>
          <p:cNvSpPr txBox="1">
            <a:spLocks noGrp="1"/>
          </p:cNvSpPr>
          <p:nvPr>
            <p:ph type="title" idx="6"/>
          </p:nvPr>
        </p:nvSpPr>
        <p:spPr>
          <a:xfrm>
            <a:off x="5008404" y="959116"/>
            <a:ext cx="25743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600" dirty="0"/>
              <a:t>Enjeux et objectifs</a:t>
            </a:r>
            <a:endParaRPr sz="1600" dirty="0"/>
          </a:p>
        </p:txBody>
      </p:sp>
      <p:sp>
        <p:nvSpPr>
          <p:cNvPr id="2242" name="Google Shape;2242;p2"/>
          <p:cNvSpPr txBox="1">
            <a:spLocks noGrp="1"/>
          </p:cNvSpPr>
          <p:nvPr>
            <p:ph type="title" idx="7"/>
          </p:nvPr>
        </p:nvSpPr>
        <p:spPr>
          <a:xfrm>
            <a:off x="4232004" y="948514"/>
            <a:ext cx="7764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243" name="Google Shape;2243;p2"/>
          <p:cNvSpPr txBox="1">
            <a:spLocks noGrp="1"/>
          </p:cNvSpPr>
          <p:nvPr>
            <p:ph type="title" idx="13"/>
          </p:nvPr>
        </p:nvSpPr>
        <p:spPr>
          <a:xfrm>
            <a:off x="5074606" y="1694948"/>
            <a:ext cx="2574300" cy="653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600" dirty="0"/>
              <a:t>Spécifications ergonomiques</a:t>
            </a:r>
            <a:endParaRPr sz="1600" dirty="0"/>
          </a:p>
        </p:txBody>
      </p:sp>
      <p:sp>
        <p:nvSpPr>
          <p:cNvPr id="2244" name="Google Shape;2244;p2"/>
          <p:cNvSpPr txBox="1">
            <a:spLocks noGrp="1"/>
          </p:cNvSpPr>
          <p:nvPr>
            <p:ph type="title" idx="9"/>
          </p:nvPr>
        </p:nvSpPr>
        <p:spPr>
          <a:xfrm>
            <a:off x="4232004" y="1731470"/>
            <a:ext cx="7764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2245" name="Google Shape;2245;p2"/>
          <p:cNvSpPr txBox="1"/>
          <p:nvPr/>
        </p:nvSpPr>
        <p:spPr>
          <a:xfrm>
            <a:off x="1561298" y="2502880"/>
            <a:ext cx="2684094" cy="65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None/>
            </a:pPr>
            <a:r>
              <a:rPr lang="en" sz="1600" dirty="0">
                <a:solidFill>
                  <a:schemeClr val="lt1"/>
                </a:solidFill>
                <a:latin typeface="Space Grotesk Medium"/>
                <a:cs typeface="Space Grotesk Medium"/>
                <a:sym typeface="Space Grotesk Medium"/>
              </a:rPr>
              <a:t>Spécifications fonctionnelles</a:t>
            </a:r>
            <a:endParaRPr dirty="0"/>
          </a:p>
        </p:txBody>
      </p:sp>
      <p:sp>
        <p:nvSpPr>
          <p:cNvPr id="2246" name="Google Shape;2246;p2"/>
          <p:cNvSpPr txBox="1"/>
          <p:nvPr/>
        </p:nvSpPr>
        <p:spPr>
          <a:xfrm>
            <a:off x="730469" y="2533597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pace Grotesk"/>
              <a:buNone/>
            </a:pPr>
            <a:r>
              <a:rPr lang="en" sz="33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05</a:t>
            </a:r>
            <a:endParaRPr dirty="0"/>
          </a:p>
        </p:txBody>
      </p:sp>
      <p:sp>
        <p:nvSpPr>
          <p:cNvPr id="2248" name="Google Shape;2248;p2"/>
          <p:cNvSpPr txBox="1"/>
          <p:nvPr/>
        </p:nvSpPr>
        <p:spPr>
          <a:xfrm>
            <a:off x="4238578" y="2555232"/>
            <a:ext cx="7764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pace Grotesk"/>
              <a:buNone/>
            </a:pPr>
            <a:r>
              <a:rPr lang="en" sz="33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06</a:t>
            </a:r>
            <a:endParaRPr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4F1097-52C8-19F8-1C57-66EF42150CDD}"/>
              </a:ext>
            </a:extLst>
          </p:cNvPr>
          <p:cNvSpPr txBox="1"/>
          <p:nvPr/>
        </p:nvSpPr>
        <p:spPr>
          <a:xfrm>
            <a:off x="8531352" y="4727448"/>
            <a:ext cx="292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2</a:t>
            </a:r>
            <a:endParaRPr lang="fr-FR" dirty="0"/>
          </a:p>
        </p:txBody>
      </p:sp>
      <p:sp>
        <p:nvSpPr>
          <p:cNvPr id="3" name="Google Shape;2246;p2">
            <a:extLst>
              <a:ext uri="{FF2B5EF4-FFF2-40B4-BE49-F238E27FC236}">
                <a16:creationId xmlns:a16="http://schemas.microsoft.com/office/drawing/2014/main" id="{4B25BDE9-337F-A659-897C-B89E1F8A29BA}"/>
              </a:ext>
            </a:extLst>
          </p:cNvPr>
          <p:cNvSpPr txBox="1"/>
          <p:nvPr/>
        </p:nvSpPr>
        <p:spPr>
          <a:xfrm>
            <a:off x="745918" y="3356312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pace Grotesk"/>
              <a:buNone/>
            </a:pPr>
            <a:r>
              <a:rPr lang="en" sz="33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07</a:t>
            </a:r>
            <a:endParaRPr dirty="0"/>
          </a:p>
        </p:txBody>
      </p:sp>
      <p:sp>
        <p:nvSpPr>
          <p:cNvPr id="4" name="Google Shape;2245;p2">
            <a:extLst>
              <a:ext uri="{FF2B5EF4-FFF2-40B4-BE49-F238E27FC236}">
                <a16:creationId xmlns:a16="http://schemas.microsoft.com/office/drawing/2014/main" id="{A535F6BF-7330-494C-9418-349C6F54F102}"/>
              </a:ext>
            </a:extLst>
          </p:cNvPr>
          <p:cNvSpPr txBox="1"/>
          <p:nvPr/>
        </p:nvSpPr>
        <p:spPr>
          <a:xfrm>
            <a:off x="5120451" y="2533597"/>
            <a:ext cx="3521217" cy="65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None/>
            </a:pPr>
            <a:r>
              <a:rPr lang="fr-FR" sz="1600" dirty="0">
                <a:solidFill>
                  <a:schemeClr val="lt1"/>
                </a:solidFill>
                <a:latin typeface="Space Grotesk Medium"/>
                <a:cs typeface="Space Grotesk Medium"/>
                <a:sym typeface="Space Grotesk Medium"/>
              </a:rPr>
              <a:t>C</a:t>
            </a:r>
            <a:r>
              <a:rPr lang="en" sz="1600" dirty="0">
                <a:solidFill>
                  <a:schemeClr val="lt1"/>
                </a:solidFill>
                <a:latin typeface="Space Grotesk Medium"/>
                <a:cs typeface="Space Grotesk Medium"/>
                <a:sym typeface="Space Grotesk Medium"/>
              </a:rPr>
              <a:t>ontraintes et spécificités t</a:t>
            </a:r>
            <a:r>
              <a:rPr lang="fr-FR" sz="1600" dirty="0">
                <a:solidFill>
                  <a:schemeClr val="lt1"/>
                </a:solidFill>
                <a:latin typeface="Space Grotesk Medium"/>
                <a:cs typeface="Space Grotesk Medium"/>
                <a:sym typeface="Space Grotesk Medium"/>
              </a:rPr>
              <a:t>echniques et réglementaires</a:t>
            </a:r>
            <a:endParaRPr dirty="0"/>
          </a:p>
        </p:txBody>
      </p:sp>
      <p:sp>
        <p:nvSpPr>
          <p:cNvPr id="5" name="Google Shape;2248;p2">
            <a:extLst>
              <a:ext uri="{FF2B5EF4-FFF2-40B4-BE49-F238E27FC236}">
                <a16:creationId xmlns:a16="http://schemas.microsoft.com/office/drawing/2014/main" id="{BF56507A-99EE-A5B9-B0C4-6341D5252AD1}"/>
              </a:ext>
            </a:extLst>
          </p:cNvPr>
          <p:cNvSpPr txBox="1"/>
          <p:nvPr/>
        </p:nvSpPr>
        <p:spPr>
          <a:xfrm>
            <a:off x="4245392" y="3404055"/>
            <a:ext cx="7764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pace Grotesk"/>
              <a:buNone/>
            </a:pPr>
            <a:r>
              <a:rPr lang="en" sz="33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08</a:t>
            </a:r>
            <a:endParaRPr dirty="0"/>
          </a:p>
        </p:txBody>
      </p:sp>
      <p:sp>
        <p:nvSpPr>
          <p:cNvPr id="6" name="Google Shape;2247;p2">
            <a:extLst>
              <a:ext uri="{FF2B5EF4-FFF2-40B4-BE49-F238E27FC236}">
                <a16:creationId xmlns:a16="http://schemas.microsoft.com/office/drawing/2014/main" id="{410E75FA-6891-1A0F-3151-9D0E6BCD581F}"/>
              </a:ext>
            </a:extLst>
          </p:cNvPr>
          <p:cNvSpPr txBox="1"/>
          <p:nvPr/>
        </p:nvSpPr>
        <p:spPr>
          <a:xfrm>
            <a:off x="1671092" y="3272087"/>
            <a:ext cx="2574300" cy="653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None/>
            </a:pPr>
            <a:r>
              <a:rPr lang="fr-FR" sz="1600" dirty="0">
                <a:solidFill>
                  <a:schemeClr val="lt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Qualité et performances</a:t>
            </a:r>
            <a:endParaRPr lang="fr-FR" dirty="0"/>
          </a:p>
        </p:txBody>
      </p:sp>
      <p:sp>
        <p:nvSpPr>
          <p:cNvPr id="7" name="Google Shape;2246;p2">
            <a:extLst>
              <a:ext uri="{FF2B5EF4-FFF2-40B4-BE49-F238E27FC236}">
                <a16:creationId xmlns:a16="http://schemas.microsoft.com/office/drawing/2014/main" id="{68C53185-EF3E-369F-9C74-8C1DCA319C30}"/>
              </a:ext>
            </a:extLst>
          </p:cNvPr>
          <p:cNvSpPr txBox="1"/>
          <p:nvPr/>
        </p:nvSpPr>
        <p:spPr>
          <a:xfrm>
            <a:off x="753461" y="4199748"/>
            <a:ext cx="776100" cy="5277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pace Grotesk"/>
              <a:buNone/>
            </a:pPr>
            <a:r>
              <a:rPr lang="en" sz="33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" sz="3300" b="1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9</a:t>
            </a:r>
            <a:endParaRPr dirty="0"/>
          </a:p>
        </p:txBody>
      </p:sp>
      <p:sp>
        <p:nvSpPr>
          <p:cNvPr id="9" name="Google Shape;2245;p2">
            <a:extLst>
              <a:ext uri="{FF2B5EF4-FFF2-40B4-BE49-F238E27FC236}">
                <a16:creationId xmlns:a16="http://schemas.microsoft.com/office/drawing/2014/main" id="{F0D5999C-C7BF-8ED7-957E-DFF3B47C9FD1}"/>
              </a:ext>
            </a:extLst>
          </p:cNvPr>
          <p:cNvSpPr txBox="1"/>
          <p:nvPr/>
        </p:nvSpPr>
        <p:spPr>
          <a:xfrm>
            <a:off x="5120451" y="3197044"/>
            <a:ext cx="3138718" cy="65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None/>
            </a:pPr>
            <a:r>
              <a:rPr lang="fr-FR" sz="1600" dirty="0">
                <a:solidFill>
                  <a:schemeClr val="lt1"/>
                </a:solidFill>
                <a:latin typeface="Space Grotesk Medium"/>
                <a:cs typeface="Space Grotesk Medium"/>
                <a:sym typeface="Space Grotesk Medium"/>
              </a:rPr>
              <a:t>Rétroplanning</a:t>
            </a:r>
            <a:endParaRPr dirty="0"/>
          </a:p>
        </p:txBody>
      </p:sp>
      <p:sp>
        <p:nvSpPr>
          <p:cNvPr id="10" name="Google Shape;2247;p2">
            <a:extLst>
              <a:ext uri="{FF2B5EF4-FFF2-40B4-BE49-F238E27FC236}">
                <a16:creationId xmlns:a16="http://schemas.microsoft.com/office/drawing/2014/main" id="{68D59AC0-A6ED-A06A-7B0E-7642D05CD758}"/>
              </a:ext>
            </a:extLst>
          </p:cNvPr>
          <p:cNvSpPr txBox="1"/>
          <p:nvPr/>
        </p:nvSpPr>
        <p:spPr>
          <a:xfrm>
            <a:off x="1687923" y="4134186"/>
            <a:ext cx="2574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None/>
            </a:pPr>
            <a:r>
              <a:rPr lang="fr-FR" sz="1600" dirty="0">
                <a:solidFill>
                  <a:schemeClr val="lt1"/>
                </a:solidFill>
                <a:latin typeface="Space Grotesk Medium"/>
                <a:cs typeface="Space Grotesk Medium"/>
                <a:sym typeface="Space Grotesk Medium"/>
              </a:rPr>
              <a:t>Devis</a:t>
            </a:r>
            <a:endParaRPr lang="fr-F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9" name="Google Shape;2259;p4"/>
          <p:cNvSpPr txBox="1">
            <a:spLocks noGrp="1"/>
          </p:cNvSpPr>
          <p:nvPr>
            <p:ph type="title"/>
          </p:nvPr>
        </p:nvSpPr>
        <p:spPr>
          <a:xfrm>
            <a:off x="4987787" y="1482637"/>
            <a:ext cx="3596920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dirty="0"/>
              <a:t>Présentation du projet</a:t>
            </a:r>
            <a:endParaRPr dirty="0"/>
          </a:p>
        </p:txBody>
      </p:sp>
      <p:sp>
        <p:nvSpPr>
          <p:cNvPr id="2260" name="Google Shape;2260;p4"/>
          <p:cNvSpPr txBox="1">
            <a:spLocks noGrp="1"/>
          </p:cNvSpPr>
          <p:nvPr>
            <p:ph type="title" idx="2"/>
          </p:nvPr>
        </p:nvSpPr>
        <p:spPr>
          <a:xfrm>
            <a:off x="2880676" y="147816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 dirty="0"/>
              <a:t>01</a:t>
            </a:r>
            <a:endParaRPr sz="100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20B1E32-317B-94C8-C2F4-D03977073C3F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p5"/>
          <p:cNvSpPr txBox="1">
            <a:spLocks noGrp="1"/>
          </p:cNvSpPr>
          <p:nvPr>
            <p:ph type="title"/>
          </p:nvPr>
        </p:nvSpPr>
        <p:spPr>
          <a:xfrm>
            <a:off x="713224" y="488879"/>
            <a:ext cx="6278126" cy="12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latin typeface="Montserrat"/>
                <a:ea typeface="Montserrat"/>
                <a:cs typeface="Montserrat"/>
                <a:sym typeface="Montserrat"/>
              </a:rPr>
              <a:t>1) Définir le contexte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E330029-BA99-571D-C1A8-2879DDC450FE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" name="Google Shape;97;p15">
            <a:extLst>
              <a:ext uri="{FF2B5EF4-FFF2-40B4-BE49-F238E27FC236}">
                <a16:creationId xmlns:a16="http://schemas.microsoft.com/office/drawing/2014/main" id="{F9CBCDD6-743A-6B49-37C4-E28A0A9A2871}"/>
              </a:ext>
            </a:extLst>
          </p:cNvPr>
          <p:cNvSpPr txBox="1">
            <a:spLocks/>
          </p:cNvSpPr>
          <p:nvPr/>
        </p:nvSpPr>
        <p:spPr>
          <a:xfrm>
            <a:off x="843194" y="1787279"/>
            <a:ext cx="7258235" cy="2825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18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Dosis"/>
              <a:buNone/>
              <a:defRPr sz="2100" b="0" i="0" u="none" strike="noStrike" cap="none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bg1"/>
              </a:buClr>
              <a:buSzPts val="2800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Le projet dont il est question ici concerne la création d'un portfolio en ligne personnalisé dans le but d'améliorer mon employabilité.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Wingdings" panose="05000000000000000000" pitchFamily="2" charset="2"/>
              <a:buChar char="q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ct val="90000"/>
              </a:lnSpc>
              <a:buClr>
                <a:schemeClr val="bg1"/>
              </a:buClr>
              <a:buSzPts val="2800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Il sera analysé par Aéroworld afin d'évaluer mes compétences en data analysis. 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Wingdings" panose="05000000000000000000" pitchFamily="2" charset="2"/>
              <a:buChar char="q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ct val="90000"/>
              </a:lnSpc>
              <a:buClr>
                <a:schemeClr val="bg1"/>
              </a:buClr>
              <a:buSzPts val="2800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Il est donc important de s'assurer que mon portfolio réponde bien à leurs exigences.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p6"/>
          <p:cNvSpPr txBox="1">
            <a:spLocks noGrp="1"/>
          </p:cNvSpPr>
          <p:nvPr>
            <p:ph type="title"/>
          </p:nvPr>
        </p:nvSpPr>
        <p:spPr>
          <a:xfrm>
            <a:off x="5665806" y="1870500"/>
            <a:ext cx="2998800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dirty="0"/>
              <a:t>Enjeux et objectifs</a:t>
            </a:r>
            <a:br>
              <a:rPr lang="en" dirty="0"/>
            </a:br>
            <a:endParaRPr dirty="0"/>
          </a:p>
        </p:txBody>
      </p:sp>
      <p:sp>
        <p:nvSpPr>
          <p:cNvPr id="2272" name="Google Shape;2272;p6"/>
          <p:cNvSpPr txBox="1">
            <a:spLocks noGrp="1"/>
          </p:cNvSpPr>
          <p:nvPr>
            <p:ph type="title" idx="2"/>
          </p:nvPr>
        </p:nvSpPr>
        <p:spPr>
          <a:xfrm>
            <a:off x="3377825" y="15935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/>
              <a:t>02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2331D1A-9C07-235E-157A-833CC3F76656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7578C66-35A4-B8BB-1929-819A79C0D8ED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" name="Google Shape;2265;p5">
            <a:extLst>
              <a:ext uri="{FF2B5EF4-FFF2-40B4-BE49-F238E27FC236}">
                <a16:creationId xmlns:a16="http://schemas.microsoft.com/office/drawing/2014/main" id="{C7029146-0BAD-F4D1-2E3B-80CF9B6A562A}"/>
              </a:ext>
            </a:extLst>
          </p:cNvPr>
          <p:cNvSpPr txBox="1">
            <a:spLocks/>
          </p:cNvSpPr>
          <p:nvPr/>
        </p:nvSpPr>
        <p:spPr>
          <a:xfrm>
            <a:off x="738540" y="341012"/>
            <a:ext cx="5067900" cy="12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>
              <a:buClr>
                <a:schemeClr val="dk1"/>
              </a:buClr>
              <a:buSzPts val="1100"/>
              <a:buFont typeface="Arial"/>
              <a:buNone/>
            </a:pPr>
            <a:r>
              <a:rPr lang="fr-FR" b="1" dirty="0">
                <a:latin typeface="Montserrat"/>
                <a:sym typeface="Montserrat"/>
              </a:rPr>
              <a:t>2) Enjeux et objectifs</a:t>
            </a:r>
            <a:endParaRPr lang="fr-FR" dirty="0"/>
          </a:p>
        </p:txBody>
      </p:sp>
      <p:sp>
        <p:nvSpPr>
          <p:cNvPr id="4" name="Google Shape;103;p16">
            <a:extLst>
              <a:ext uri="{FF2B5EF4-FFF2-40B4-BE49-F238E27FC236}">
                <a16:creationId xmlns:a16="http://schemas.microsoft.com/office/drawing/2014/main" id="{8139BD08-5196-8ED3-53D2-6BF7AF22F206}"/>
              </a:ext>
            </a:extLst>
          </p:cNvPr>
          <p:cNvSpPr txBox="1">
            <a:spLocks/>
          </p:cNvSpPr>
          <p:nvPr/>
        </p:nvSpPr>
        <p:spPr>
          <a:xfrm>
            <a:off x="1022004" y="1419980"/>
            <a:ext cx="7006428" cy="291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300" b="1" dirty="0">
                <a:solidFill>
                  <a:schemeClr val="lt1"/>
                </a:solidFill>
                <a:latin typeface="Montserrat"/>
                <a:sym typeface="Montserrat"/>
              </a:rPr>
              <a:t>Collecte des données de différentes sources pour les avions d’Aéroworld :</a:t>
            </a: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sz="2300" u="sng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3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900" dirty="0">
                <a:solidFill>
                  <a:schemeClr val="lt1"/>
                </a:solidFill>
                <a:latin typeface="Montserrat"/>
                <a:sym typeface="Montserrat"/>
              </a:rPr>
              <a:t>Essais en vol</a:t>
            </a: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9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900" dirty="0">
                <a:solidFill>
                  <a:schemeClr val="lt1"/>
                </a:solidFill>
                <a:latin typeface="Montserrat"/>
                <a:sym typeface="Montserrat"/>
              </a:rPr>
              <a:t>Opérations en temps réel</a:t>
            </a: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9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900" dirty="0">
                <a:solidFill>
                  <a:schemeClr val="lt1"/>
                </a:solidFill>
                <a:latin typeface="Montserrat"/>
                <a:sym typeface="Montserrat"/>
              </a:rPr>
              <a:t>Capteurs embarqués</a:t>
            </a: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9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900" dirty="0">
                <a:solidFill>
                  <a:schemeClr val="lt1"/>
                </a:solidFill>
                <a:latin typeface="Montserrat"/>
                <a:sym typeface="Montserrat"/>
              </a:rPr>
              <a:t>Systèmes de maintenance</a:t>
            </a: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9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900" dirty="0">
                <a:solidFill>
                  <a:schemeClr val="lt1"/>
                </a:solidFill>
                <a:latin typeface="Montserrat"/>
                <a:sym typeface="Montserrat"/>
              </a:rPr>
              <a:t>Données clients 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7578C66-35A4-B8BB-1929-819A79C0D8ED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" name="Google Shape;2265;p5">
            <a:extLst>
              <a:ext uri="{FF2B5EF4-FFF2-40B4-BE49-F238E27FC236}">
                <a16:creationId xmlns:a16="http://schemas.microsoft.com/office/drawing/2014/main" id="{C7029146-0BAD-F4D1-2E3B-80CF9B6A562A}"/>
              </a:ext>
            </a:extLst>
          </p:cNvPr>
          <p:cNvSpPr txBox="1">
            <a:spLocks/>
          </p:cNvSpPr>
          <p:nvPr/>
        </p:nvSpPr>
        <p:spPr>
          <a:xfrm>
            <a:off x="713224" y="351719"/>
            <a:ext cx="5067900" cy="12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>
              <a:buClr>
                <a:schemeClr val="dk1"/>
              </a:buClr>
              <a:buSzPts val="1100"/>
              <a:buFont typeface="Arial"/>
              <a:buNone/>
            </a:pPr>
            <a:r>
              <a:rPr lang="fr-FR" b="1" dirty="0">
                <a:latin typeface="Montserrat"/>
                <a:sym typeface="Montserrat"/>
              </a:rPr>
              <a:t>2) Enjeux et objectifs</a:t>
            </a:r>
            <a:endParaRPr lang="fr-FR" dirty="0"/>
          </a:p>
        </p:txBody>
      </p:sp>
      <p:sp>
        <p:nvSpPr>
          <p:cNvPr id="5" name="Google Shape;103;p16">
            <a:extLst>
              <a:ext uri="{FF2B5EF4-FFF2-40B4-BE49-F238E27FC236}">
                <a16:creationId xmlns:a16="http://schemas.microsoft.com/office/drawing/2014/main" id="{8DC55F25-C6C6-CF5E-2D91-D5B1248C93F4}"/>
              </a:ext>
            </a:extLst>
          </p:cNvPr>
          <p:cNvSpPr txBox="1">
            <a:spLocks/>
          </p:cNvSpPr>
          <p:nvPr/>
        </p:nvSpPr>
        <p:spPr>
          <a:xfrm>
            <a:off x="783335" y="1405001"/>
            <a:ext cx="7246239" cy="2928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000" b="1" dirty="0">
                <a:solidFill>
                  <a:schemeClr val="lt1"/>
                </a:solidFill>
                <a:latin typeface="Montserrat"/>
                <a:sym typeface="Montserrat"/>
              </a:rPr>
              <a:t>5 besoins métier à partir de la collecte des données :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  <a:t>Améliorer la conception des avions 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  <a:t>Optimiser des performances opérationnelles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  <a:t>Prévoir des besoins en maintenance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  <a:t>Garantir la sécurité des vols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  <a:t>Protéger les données et les informations sensibles</a:t>
            </a:r>
          </a:p>
        </p:txBody>
      </p:sp>
    </p:spTree>
    <p:extLst>
      <p:ext uri="{BB962C8B-B14F-4D97-AF65-F5344CB8AC3E}">
        <p14:creationId xmlns:p14="http://schemas.microsoft.com/office/powerpoint/2010/main" val="3546145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7578C66-35A4-B8BB-1929-819A79C0D8ED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" name="Google Shape;2265;p5">
            <a:extLst>
              <a:ext uri="{FF2B5EF4-FFF2-40B4-BE49-F238E27FC236}">
                <a16:creationId xmlns:a16="http://schemas.microsoft.com/office/drawing/2014/main" id="{C7029146-0BAD-F4D1-2E3B-80CF9B6A562A}"/>
              </a:ext>
            </a:extLst>
          </p:cNvPr>
          <p:cNvSpPr txBox="1">
            <a:spLocks/>
          </p:cNvSpPr>
          <p:nvPr/>
        </p:nvSpPr>
        <p:spPr>
          <a:xfrm>
            <a:off x="669417" y="156305"/>
            <a:ext cx="5067900" cy="727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>
              <a:buClr>
                <a:schemeClr val="dk1"/>
              </a:buClr>
              <a:buSzPts val="1100"/>
              <a:buFont typeface="Arial"/>
              <a:buNone/>
            </a:pPr>
            <a:r>
              <a:rPr lang="fr-FR" b="1" dirty="0">
                <a:latin typeface="Montserrat"/>
                <a:sym typeface="Montserrat"/>
              </a:rPr>
              <a:t>2) Enjeux et objectifs</a:t>
            </a:r>
            <a:endParaRPr lang="fr-FR" dirty="0"/>
          </a:p>
        </p:txBody>
      </p:sp>
      <p:sp>
        <p:nvSpPr>
          <p:cNvPr id="5" name="Google Shape;103;p16">
            <a:extLst>
              <a:ext uri="{FF2B5EF4-FFF2-40B4-BE49-F238E27FC236}">
                <a16:creationId xmlns:a16="http://schemas.microsoft.com/office/drawing/2014/main" id="{27DAB6F4-7A9B-529F-1BEA-9D63621F068E}"/>
              </a:ext>
            </a:extLst>
          </p:cNvPr>
          <p:cNvSpPr txBox="1">
            <a:spLocks/>
          </p:cNvSpPr>
          <p:nvPr/>
        </p:nvSpPr>
        <p:spPr>
          <a:xfrm>
            <a:off x="697992" y="1089290"/>
            <a:ext cx="7748016" cy="374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3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</a:pPr>
            <a:r>
              <a:rPr lang="fr-FR" sz="6200" b="1" dirty="0">
                <a:solidFill>
                  <a:schemeClr val="bg1"/>
                </a:solidFill>
                <a:latin typeface="Montserrat"/>
                <a:sym typeface="Montserrat"/>
              </a:rPr>
              <a:t>Objectifs SMART d’élaboration du portfolio 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>
              <a:buClr>
                <a:schemeClr val="bg1"/>
              </a:buClr>
              <a:buFont typeface="+mj-lt"/>
              <a:buAutoNum type="arabicPeriod"/>
            </a:pPr>
            <a:r>
              <a:rPr lang="fr-FR" sz="4500" dirty="0">
                <a:solidFill>
                  <a:schemeClr val="bg1"/>
                </a:solidFill>
                <a:latin typeface="Montserrat"/>
              </a:rPr>
              <a:t>Spécifiques </a:t>
            </a:r>
            <a:r>
              <a:rPr lang="fr-FR" sz="4500" b="1" dirty="0">
                <a:solidFill>
                  <a:schemeClr val="bg1"/>
                </a:solidFill>
                <a:latin typeface="Montserrat"/>
              </a:rPr>
              <a:t>(Specific</a:t>
            </a:r>
            <a:r>
              <a:rPr lang="fr-FR" sz="4500" dirty="0">
                <a:solidFill>
                  <a:schemeClr val="bg1"/>
                </a:solidFill>
                <a:latin typeface="Montserrat"/>
              </a:rPr>
              <a:t>) :  "Créer un portfolio en ligne personnalisé pour démontrer mes compétences en data analysis".</a:t>
            </a:r>
          </a:p>
          <a:p>
            <a:pPr>
              <a:buClr>
                <a:schemeClr val="bg1"/>
              </a:buClr>
              <a:buFont typeface="+mj-lt"/>
              <a:buAutoNum type="arabicPeriod"/>
            </a:pPr>
            <a:endParaRPr lang="fr-FR" sz="4500" dirty="0">
              <a:solidFill>
                <a:schemeClr val="bg1"/>
              </a:solidFill>
              <a:latin typeface="Montserrat"/>
            </a:endParaRPr>
          </a:p>
          <a:p>
            <a:pPr>
              <a:buClr>
                <a:schemeClr val="bg1"/>
              </a:buClr>
              <a:buFont typeface="+mj-lt"/>
              <a:buAutoNum type="arabicPeriod"/>
            </a:pPr>
            <a:r>
              <a:rPr lang="fr-FR" sz="4500" dirty="0">
                <a:solidFill>
                  <a:schemeClr val="bg1"/>
                </a:solidFill>
                <a:latin typeface="Montserrat"/>
              </a:rPr>
              <a:t>Mesurables </a:t>
            </a:r>
            <a:r>
              <a:rPr lang="fr-FR" sz="4500" b="1" dirty="0">
                <a:solidFill>
                  <a:schemeClr val="bg1"/>
                </a:solidFill>
                <a:latin typeface="Montserrat"/>
              </a:rPr>
              <a:t>(Measurable) </a:t>
            </a:r>
            <a:r>
              <a:rPr lang="fr-FR" sz="4500" dirty="0">
                <a:solidFill>
                  <a:schemeClr val="bg1"/>
                </a:solidFill>
                <a:latin typeface="Montserrat"/>
              </a:rPr>
              <a:t>: "Obtenir un score de satisfaction de 90% ou plus lors de l'évaluation de mon portfolio par Aéroworld".</a:t>
            </a:r>
          </a:p>
          <a:p>
            <a:pPr>
              <a:buClr>
                <a:schemeClr val="bg1"/>
              </a:buClr>
              <a:buFont typeface="+mj-lt"/>
              <a:buAutoNum type="arabicPeriod"/>
            </a:pPr>
            <a:endParaRPr lang="fr-FR" sz="4500" dirty="0">
              <a:solidFill>
                <a:schemeClr val="bg1"/>
              </a:solidFill>
              <a:latin typeface="Montserrat"/>
            </a:endParaRPr>
          </a:p>
          <a:p>
            <a:pPr>
              <a:buClr>
                <a:schemeClr val="bg1"/>
              </a:buClr>
              <a:buFont typeface="+mj-lt"/>
              <a:buAutoNum type="arabicPeriod"/>
            </a:pPr>
            <a:r>
              <a:rPr lang="fr-FR" sz="4500" dirty="0">
                <a:solidFill>
                  <a:schemeClr val="bg1"/>
                </a:solidFill>
                <a:latin typeface="Montserrat"/>
              </a:rPr>
              <a:t>Atteignables </a:t>
            </a:r>
            <a:r>
              <a:rPr lang="fr-FR" sz="4500" b="1" dirty="0">
                <a:solidFill>
                  <a:schemeClr val="bg1"/>
                </a:solidFill>
                <a:latin typeface="Montserrat"/>
              </a:rPr>
              <a:t>(Attainable)</a:t>
            </a:r>
            <a:r>
              <a:rPr lang="fr-FR" sz="4500" dirty="0">
                <a:solidFill>
                  <a:schemeClr val="bg1"/>
                </a:solidFill>
                <a:latin typeface="Montserrat"/>
              </a:rPr>
              <a:t> : « Réaliser un diagramme de Gantt pour prendre en compte les contraintes de temps et de ressources nécessaires pour atteindre chaque objectif de mon portfolio ».</a:t>
            </a:r>
          </a:p>
          <a:p>
            <a:pPr>
              <a:buClr>
                <a:schemeClr val="bg1"/>
              </a:buClr>
              <a:buFont typeface="+mj-lt"/>
              <a:buAutoNum type="arabicPeriod"/>
            </a:pPr>
            <a:endParaRPr lang="fr-FR" sz="4500" dirty="0">
              <a:solidFill>
                <a:schemeClr val="bg1"/>
              </a:solidFill>
              <a:latin typeface="Montserrat"/>
            </a:endParaRPr>
          </a:p>
          <a:p>
            <a:pPr>
              <a:buClr>
                <a:schemeClr val="bg1"/>
              </a:buClr>
              <a:buFont typeface="+mj-lt"/>
              <a:buAutoNum type="arabicPeriod"/>
            </a:pPr>
            <a:r>
              <a:rPr lang="fr-FR" sz="4400" dirty="0">
                <a:solidFill>
                  <a:schemeClr val="bg1"/>
                </a:solidFill>
                <a:latin typeface="Montserrat"/>
              </a:rPr>
              <a:t>Pertinents </a:t>
            </a:r>
            <a:r>
              <a:rPr lang="fr-FR" sz="4400" b="1" dirty="0">
                <a:solidFill>
                  <a:schemeClr val="bg1"/>
                </a:solidFill>
                <a:latin typeface="Montserrat"/>
              </a:rPr>
              <a:t>(Relevant</a:t>
            </a:r>
            <a:r>
              <a:rPr lang="fr-FR" sz="4400" dirty="0">
                <a:solidFill>
                  <a:schemeClr val="bg1"/>
                </a:solidFill>
                <a:latin typeface="Montserrat"/>
              </a:rPr>
              <a:t>) : Mes compétences et mes soft skills  doivent être pertinents par rapport au projet et aux attentes d’Aéroworld pour répondre à leurs exigences.</a:t>
            </a:r>
          </a:p>
          <a:p>
            <a:pPr>
              <a:buClr>
                <a:schemeClr val="bg1"/>
              </a:buClr>
              <a:buFont typeface="+mj-lt"/>
              <a:buAutoNum type="arabicPeriod"/>
            </a:pPr>
            <a:endParaRPr lang="fr-FR" sz="4400" dirty="0">
              <a:solidFill>
                <a:schemeClr val="bg1"/>
              </a:solidFill>
              <a:latin typeface="Montserrat"/>
            </a:endParaRPr>
          </a:p>
          <a:p>
            <a:pPr>
              <a:buClr>
                <a:schemeClr val="bg1"/>
              </a:buClr>
              <a:buFont typeface="+mj-lt"/>
              <a:buAutoNum type="arabicPeriod"/>
            </a:pPr>
            <a:r>
              <a:rPr lang="fr-FR" sz="4400" dirty="0">
                <a:solidFill>
                  <a:schemeClr val="bg1"/>
                </a:solidFill>
                <a:latin typeface="Montserrat"/>
              </a:rPr>
              <a:t>Temps définis </a:t>
            </a:r>
            <a:r>
              <a:rPr lang="fr-FR" sz="4400" b="1" dirty="0">
                <a:solidFill>
                  <a:schemeClr val="bg1"/>
                </a:solidFill>
                <a:latin typeface="Montserrat"/>
              </a:rPr>
              <a:t>(Time-bound</a:t>
            </a:r>
            <a:r>
              <a:rPr lang="fr-FR" sz="4400" dirty="0">
                <a:solidFill>
                  <a:schemeClr val="bg1"/>
                </a:solidFill>
                <a:latin typeface="Montserrat"/>
              </a:rPr>
              <a:t>) : L’objectif est de finaliser et de soumettre mon portfolio d'ici la fin du mois de septembre 2024".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366297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0" name="Google Shape;2320;p9"/>
          <p:cNvSpPr txBox="1">
            <a:spLocks noGrp="1"/>
          </p:cNvSpPr>
          <p:nvPr>
            <p:ph type="title"/>
          </p:nvPr>
        </p:nvSpPr>
        <p:spPr>
          <a:xfrm>
            <a:off x="5449425" y="1593575"/>
            <a:ext cx="2998800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3200" dirty="0"/>
              <a:t>Equipe du projet</a:t>
            </a:r>
            <a:endParaRPr dirty="0"/>
          </a:p>
        </p:txBody>
      </p:sp>
      <p:sp>
        <p:nvSpPr>
          <p:cNvPr id="2321" name="Google Shape;2321;p9"/>
          <p:cNvSpPr txBox="1">
            <a:spLocks noGrp="1"/>
          </p:cNvSpPr>
          <p:nvPr>
            <p:ph type="title" idx="2"/>
          </p:nvPr>
        </p:nvSpPr>
        <p:spPr>
          <a:xfrm>
            <a:off x="3377825" y="15935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/>
              <a:t>03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B3651D5-D459-6C2C-8B5C-2CC45F50F7BF}"/>
              </a:ext>
            </a:extLst>
          </p:cNvPr>
          <p:cNvSpPr txBox="1"/>
          <p:nvPr/>
        </p:nvSpPr>
        <p:spPr>
          <a:xfrm>
            <a:off x="8664606" y="4838330"/>
            <a:ext cx="2219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D38CB622-2F82-72AF-9085-684ECCDE24C9}"/>
              </a:ext>
            </a:extLst>
          </p:cNvPr>
          <p:cNvSpPr txBox="1"/>
          <p:nvPr/>
        </p:nvSpPr>
        <p:spPr>
          <a:xfrm>
            <a:off x="8664606" y="4838330"/>
            <a:ext cx="3269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5" name="Google Shape;2265;p5">
            <a:extLst>
              <a:ext uri="{FF2B5EF4-FFF2-40B4-BE49-F238E27FC236}">
                <a16:creationId xmlns:a16="http://schemas.microsoft.com/office/drawing/2014/main" id="{03485642-E3ED-8ED1-D5C1-C5B33F9254D7}"/>
              </a:ext>
            </a:extLst>
          </p:cNvPr>
          <p:cNvSpPr txBox="1">
            <a:spLocks/>
          </p:cNvSpPr>
          <p:nvPr/>
        </p:nvSpPr>
        <p:spPr>
          <a:xfrm>
            <a:off x="1254761" y="312140"/>
            <a:ext cx="5067900" cy="12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Space Grotesk"/>
              <a:buNone/>
              <a:defRPr sz="3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>
              <a:buClr>
                <a:schemeClr val="dk1"/>
              </a:buClr>
              <a:buSzPts val="1100"/>
              <a:buFont typeface="Arial"/>
              <a:buNone/>
            </a:pPr>
            <a:r>
              <a:rPr lang="fr-FR" b="1" dirty="0">
                <a:latin typeface="Montserrat"/>
                <a:sym typeface="Montserrat"/>
              </a:rPr>
              <a:t>3) Equipe du projet</a:t>
            </a:r>
            <a:endParaRPr lang="fr-FR" dirty="0"/>
          </a:p>
        </p:txBody>
      </p:sp>
      <p:sp>
        <p:nvSpPr>
          <p:cNvPr id="6" name="Google Shape;109;p17">
            <a:extLst>
              <a:ext uri="{FF2B5EF4-FFF2-40B4-BE49-F238E27FC236}">
                <a16:creationId xmlns:a16="http://schemas.microsoft.com/office/drawing/2014/main" id="{0443F80C-6FC8-4FA7-93FB-9C34401F5F8F}"/>
              </a:ext>
            </a:extLst>
          </p:cNvPr>
          <p:cNvSpPr txBox="1">
            <a:spLocks/>
          </p:cNvSpPr>
          <p:nvPr/>
        </p:nvSpPr>
        <p:spPr>
          <a:xfrm>
            <a:off x="1590952" y="1304925"/>
            <a:ext cx="6905348" cy="313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3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8000" b="1" dirty="0">
                <a:solidFill>
                  <a:schemeClr val="lt1"/>
                </a:solidFill>
                <a:latin typeface="Montserrat"/>
                <a:sym typeface="Montserrat"/>
              </a:rPr>
              <a:t>Composition de l’équipe projet </a:t>
            </a: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sz="6200" b="1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914400" lvl="1" indent="-40640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1365250" lvl="1" indent="-8572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7200" dirty="0">
                <a:solidFill>
                  <a:schemeClr val="lt1"/>
                </a:solidFill>
                <a:latin typeface="Montserrat"/>
                <a:sym typeface="Montserrat"/>
              </a:rPr>
              <a:t>Cindy Arroyo, consultant Data ESN</a:t>
            </a:r>
          </a:p>
          <a:p>
            <a:pPr marL="508000" lvl="1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SzPts val="2800"/>
            </a:pPr>
            <a:endParaRPr lang="fr-FR" sz="72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1365250" lvl="1" indent="-8572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7200" dirty="0">
                <a:solidFill>
                  <a:schemeClr val="lt1"/>
                </a:solidFill>
                <a:latin typeface="Montserrat"/>
                <a:sym typeface="Montserrat"/>
              </a:rPr>
              <a:t>Aimen Ziada, mentor OpenClassrooms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2" name="Google Shape;2332;p11"/>
          <p:cNvSpPr txBox="1">
            <a:spLocks noGrp="1"/>
          </p:cNvSpPr>
          <p:nvPr>
            <p:ph type="title"/>
          </p:nvPr>
        </p:nvSpPr>
        <p:spPr>
          <a:xfrm>
            <a:off x="5449425" y="1593575"/>
            <a:ext cx="3126404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3200" dirty="0"/>
              <a:t>Spécifications ergonomiques</a:t>
            </a:r>
            <a:endParaRPr dirty="0"/>
          </a:p>
        </p:txBody>
      </p:sp>
      <p:sp>
        <p:nvSpPr>
          <p:cNvPr id="2333" name="Google Shape;2333;p11"/>
          <p:cNvSpPr txBox="1">
            <a:spLocks noGrp="1"/>
          </p:cNvSpPr>
          <p:nvPr>
            <p:ph type="title" idx="2"/>
          </p:nvPr>
        </p:nvSpPr>
        <p:spPr>
          <a:xfrm>
            <a:off x="3377825" y="15935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/>
              <a:t>04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2104587-7721-8F5B-8E02-0C4CB7ACF007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Google Shape;2338;p12"/>
          <p:cNvSpPr txBox="1">
            <a:spLocks noGrp="1"/>
          </p:cNvSpPr>
          <p:nvPr>
            <p:ph type="title"/>
          </p:nvPr>
        </p:nvSpPr>
        <p:spPr>
          <a:xfrm>
            <a:off x="1053638" y="26987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4) Spécifications ergonomiques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F79E3DF-5751-623A-12EE-BE92FDD2C7D2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869D28E0-2BC1-E623-CE9B-329697E888B2}"/>
              </a:ext>
            </a:extLst>
          </p:cNvPr>
          <p:cNvSpPr txBox="1">
            <a:spLocks/>
          </p:cNvSpPr>
          <p:nvPr/>
        </p:nvSpPr>
        <p:spPr>
          <a:xfrm>
            <a:off x="1828800" y="1223609"/>
            <a:ext cx="6677026" cy="371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000" b="1" dirty="0">
                <a:solidFill>
                  <a:schemeClr val="lt1"/>
                </a:solidFill>
                <a:latin typeface="Montserrat"/>
                <a:sym typeface="Montserrat"/>
              </a:rPr>
              <a:t>Principes ergonomiques du portfolio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000" b="1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2100" dirty="0">
                <a:solidFill>
                  <a:schemeClr val="lt1"/>
                </a:solidFill>
                <a:latin typeface="Montserrat"/>
                <a:sym typeface="Montserrat"/>
              </a:rPr>
              <a:t>Navigation intuitive en utilisant une structure claire et logique.</a:t>
            </a: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21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2100" dirty="0">
                <a:solidFill>
                  <a:schemeClr val="lt1"/>
                </a:solidFill>
                <a:latin typeface="Montserrat"/>
              </a:rPr>
              <a:t>Lisibilité et hiérarchie visuelle claires avec l’aide d’une </a:t>
            </a:r>
          </a:p>
          <a:p>
            <a:pPr>
              <a:lnSpc>
                <a:spcPct val="90000"/>
              </a:lnSpc>
              <a:buClr>
                <a:schemeClr val="bg1"/>
              </a:buClr>
              <a:buSzPts val="2800"/>
            </a:pPr>
            <a:r>
              <a:rPr lang="fr-FR" sz="2100" dirty="0">
                <a:solidFill>
                  <a:schemeClr val="lt1"/>
                </a:solidFill>
                <a:latin typeface="Montserrat"/>
              </a:rPr>
              <a:t>       typographie lisible et bien dimensionnée.</a:t>
            </a: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2100" dirty="0">
              <a:solidFill>
                <a:schemeClr val="lt1"/>
              </a:solidFill>
              <a:latin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2100" dirty="0">
                <a:solidFill>
                  <a:schemeClr val="lt1"/>
                </a:solidFill>
                <a:latin typeface="Montserrat"/>
                <a:sym typeface="Montserrat"/>
              </a:rPr>
              <a:t>Chargement rapide en optimisant les performances du portfolio</a:t>
            </a: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85750" indent="-28575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342900" indent="-342900">
              <a:lnSpc>
                <a:spcPct val="90000"/>
              </a:lnSpc>
              <a:buClr>
                <a:schemeClr val="bg1"/>
              </a:buClr>
              <a:buSzPts val="2800"/>
              <a:buFont typeface="Courier New" panose="02070309020205020404" pitchFamily="49" charset="0"/>
              <a:buChar char="o"/>
            </a:pPr>
            <a:r>
              <a:rPr lang="fr-FR" sz="2100" dirty="0">
                <a:solidFill>
                  <a:schemeClr val="lt1"/>
                </a:solidFill>
                <a:latin typeface="Montserrat"/>
              </a:rPr>
              <a:t>Responsive design : le portfolio doit être compatible avec</a:t>
            </a:r>
          </a:p>
          <a:p>
            <a:pPr>
              <a:lnSpc>
                <a:spcPct val="90000"/>
              </a:lnSpc>
              <a:buClr>
                <a:schemeClr val="bg1"/>
              </a:buClr>
              <a:buSzPts val="2800"/>
            </a:pPr>
            <a:r>
              <a:rPr lang="fr-FR" sz="2100" dirty="0">
                <a:solidFill>
                  <a:schemeClr val="lt1"/>
                </a:solidFill>
                <a:latin typeface="Montserrat"/>
              </a:rPr>
              <a:t>      différents dispositifs et tailles d'écrans, qu'il s'agisse :</a:t>
            </a:r>
          </a:p>
          <a:p>
            <a:pPr>
              <a:lnSpc>
                <a:spcPct val="90000"/>
              </a:lnSpc>
              <a:buClr>
                <a:schemeClr val="bg1"/>
              </a:buClr>
              <a:buSzPts val="2800"/>
            </a:pPr>
            <a:endParaRPr lang="fr-FR" sz="2100" dirty="0">
              <a:solidFill>
                <a:schemeClr val="lt1"/>
              </a:solidFill>
              <a:latin typeface="Montserrat"/>
            </a:endParaRPr>
          </a:p>
          <a:p>
            <a:pPr>
              <a:lnSpc>
                <a:spcPct val="90000"/>
              </a:lnSpc>
              <a:buClr>
                <a:schemeClr val="bg1"/>
              </a:buClr>
              <a:buSzPts val="2800"/>
            </a:pPr>
            <a:r>
              <a:rPr lang="fr-FR" sz="2100" dirty="0">
                <a:solidFill>
                  <a:schemeClr val="lt1"/>
                </a:solidFill>
                <a:latin typeface="Montserrat"/>
              </a:rPr>
              <a:t>       …d’ordinateurs de bureau, de tablettes ou de smartphones…             		</a:t>
            </a:r>
            <a:br>
              <a:rPr lang="fr-FR" sz="2100" dirty="0">
                <a:solidFill>
                  <a:schemeClr val="lt1"/>
                </a:solidFill>
                <a:latin typeface="Montserrat"/>
              </a:rPr>
            </a:br>
            <a:b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</a:b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523079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" name="Google Shape;2344;p13"/>
          <p:cNvSpPr txBox="1">
            <a:spLocks noGrp="1"/>
          </p:cNvSpPr>
          <p:nvPr>
            <p:ph type="title"/>
          </p:nvPr>
        </p:nvSpPr>
        <p:spPr>
          <a:xfrm>
            <a:off x="5449424" y="1593575"/>
            <a:ext cx="3313575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3200" dirty="0"/>
              <a:t>Spécifications fonctionnelles</a:t>
            </a:r>
            <a:endParaRPr dirty="0"/>
          </a:p>
        </p:txBody>
      </p:sp>
      <p:sp>
        <p:nvSpPr>
          <p:cNvPr id="2345" name="Google Shape;2345;p13"/>
          <p:cNvSpPr txBox="1">
            <a:spLocks noGrp="1"/>
          </p:cNvSpPr>
          <p:nvPr>
            <p:ph type="title" idx="2"/>
          </p:nvPr>
        </p:nvSpPr>
        <p:spPr>
          <a:xfrm>
            <a:off x="3377825" y="15935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/>
              <a:t>05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26F666C-1039-D52E-66FD-1D743B14F871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713250" y="27317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5) Spécifications fonctionnelles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BE9391F9-4A31-7930-FDF2-7E26511ED7DC}"/>
              </a:ext>
            </a:extLst>
          </p:cNvPr>
          <p:cNvSpPr txBox="1">
            <a:spLocks/>
          </p:cNvSpPr>
          <p:nvPr/>
        </p:nvSpPr>
        <p:spPr>
          <a:xfrm>
            <a:off x="1903613" y="1322546"/>
            <a:ext cx="7240387" cy="3762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300" dirty="0">
                <a:solidFill>
                  <a:schemeClr val="lt1"/>
                </a:solidFill>
                <a:latin typeface="Montserrat"/>
                <a:sym typeface="Montserrat"/>
              </a:rPr>
              <a:t>Prise en compte des besoins clients et de ses potentielles évolutions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3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3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300" dirty="0">
                <a:solidFill>
                  <a:schemeClr val="lt1"/>
                </a:solidFill>
                <a:latin typeface="Montserrat"/>
                <a:sym typeface="Montserrat"/>
              </a:rPr>
              <a:t>Contenu des pages avec des informations sur le parcours académique et professionnel et des compétences acquises lors des projets réalisés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3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3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algn="l"/>
            <a:r>
              <a:rPr lang="fr-FR" sz="2300" dirty="0">
                <a:solidFill>
                  <a:schemeClr val="lt1"/>
                </a:solidFill>
                <a:latin typeface="Montserrat"/>
              </a:rPr>
              <a:t>Visualisation de données : Comme il s'agit d'un portfolio en data analysis, il est important de pouvoir présenter des visualisations de données pertinentes. (graphiques interactifs, des tableaux de bord personnalisés…)</a:t>
            </a:r>
          </a:p>
          <a:p>
            <a:pPr algn="l"/>
            <a:endParaRPr lang="fr-FR" sz="2300" dirty="0"/>
          </a:p>
          <a:p>
            <a:pPr algn="l"/>
            <a:r>
              <a:rPr lang="fr-FR" sz="2300" dirty="0">
                <a:solidFill>
                  <a:schemeClr val="lt1"/>
                </a:solidFill>
                <a:latin typeface="Montserrat"/>
              </a:rPr>
              <a:t>Prise en compte de la législation française et européenne (RGPD) : ne pas divulguer des informations ou des données sensibles dans le portfolio</a:t>
            </a:r>
            <a:br>
              <a:rPr lang="fr-FR" sz="2100" dirty="0"/>
            </a:br>
            <a: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  <a:t> 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3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09525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Google Shape;2356;p15"/>
          <p:cNvSpPr txBox="1">
            <a:spLocks noGrp="1"/>
          </p:cNvSpPr>
          <p:nvPr>
            <p:ph type="title"/>
          </p:nvPr>
        </p:nvSpPr>
        <p:spPr>
          <a:xfrm>
            <a:off x="5271872" y="1517375"/>
            <a:ext cx="3872128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2800" dirty="0"/>
              <a:t>Contraintes et spécificités techniques et règlementaires</a:t>
            </a:r>
            <a:endParaRPr dirty="0"/>
          </a:p>
        </p:txBody>
      </p:sp>
      <p:sp>
        <p:nvSpPr>
          <p:cNvPr id="2357" name="Google Shape;2357;p15"/>
          <p:cNvSpPr txBox="1">
            <a:spLocks noGrp="1"/>
          </p:cNvSpPr>
          <p:nvPr>
            <p:ph type="title" idx="2"/>
          </p:nvPr>
        </p:nvSpPr>
        <p:spPr>
          <a:xfrm>
            <a:off x="3139700" y="15173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 dirty="0"/>
              <a:t>06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C4C702B-B346-3044-318B-97738C506517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1053638" y="32079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fr-FR" b="1" dirty="0">
                <a:latin typeface="Montserrat"/>
                <a:ea typeface="Montserrat"/>
                <a:cs typeface="Montserrat"/>
                <a:sym typeface="Montserrat"/>
              </a:rPr>
              <a:t>6) Contraintes et spécificités techniques et réglementaires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8F4EC69C-8F97-9E7E-D09A-CE72F04A2AEB}"/>
              </a:ext>
            </a:extLst>
          </p:cNvPr>
          <p:cNvSpPr txBox="1">
            <a:spLocks/>
          </p:cNvSpPr>
          <p:nvPr/>
        </p:nvSpPr>
        <p:spPr>
          <a:xfrm>
            <a:off x="1870229" y="1589700"/>
            <a:ext cx="7096218" cy="363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100" dirty="0">
                <a:solidFill>
                  <a:schemeClr val="lt1"/>
                </a:solidFill>
                <a:latin typeface="Montserrat"/>
                <a:sym typeface="Montserrat"/>
              </a:rPr>
              <a:t>Hébergement : plate-forme Github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21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algn="l"/>
            <a:r>
              <a:rPr lang="fr-FR" sz="2100" dirty="0">
                <a:solidFill>
                  <a:schemeClr val="lt1"/>
                </a:solidFill>
                <a:latin typeface="Montserrat"/>
              </a:rPr>
              <a:t>Compatibilité avec les appareils et navigateurs : portfolio compatible avec différents types d'appareils tels que smartphones, tablettes et ordinateurs de bureau.</a:t>
            </a:r>
          </a:p>
          <a:p>
            <a:pPr algn="l">
              <a:buFont typeface="+mj-lt"/>
              <a:buAutoNum type="arabicPeriod"/>
            </a:pPr>
            <a:endParaRPr lang="fr-FR" sz="2100" dirty="0">
              <a:solidFill>
                <a:schemeClr val="lt1"/>
              </a:solidFill>
              <a:latin typeface="Montserrat"/>
            </a:endParaRP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r>
              <a:rPr lang="fr-FR" sz="2100" dirty="0">
                <a:solidFill>
                  <a:schemeClr val="lt1"/>
                </a:solidFill>
                <a:latin typeface="Montserrat"/>
                <a:sym typeface="Montserrat"/>
              </a:rPr>
              <a:t>Mesures de sécurité pour protéger les informations techniques  : mots de </a:t>
            </a:r>
            <a:r>
              <a:rPr lang="fr-FR" sz="2100">
                <a:solidFill>
                  <a:schemeClr val="lt1"/>
                </a:solidFill>
                <a:latin typeface="Montserrat"/>
                <a:sym typeface="Montserrat"/>
              </a:rPr>
              <a:t>passe forts </a:t>
            </a:r>
            <a:r>
              <a:rPr lang="fr-FR" sz="2100" dirty="0">
                <a:solidFill>
                  <a:schemeClr val="lt1"/>
                </a:solidFill>
                <a:latin typeface="Montserrat"/>
                <a:sym typeface="Montserrat"/>
              </a:rPr>
              <a:t>et mise à jour des logiciels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b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</a:b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2061735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1053638" y="32079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fr-FR" b="1" dirty="0">
                <a:latin typeface="Montserrat"/>
                <a:ea typeface="Montserrat"/>
                <a:cs typeface="Montserrat"/>
                <a:sym typeface="Montserrat"/>
              </a:rPr>
              <a:t>6) Contraintes et spécificités techniques et réglementaires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8F4EC69C-8F97-9E7E-D09A-CE72F04A2AEB}"/>
              </a:ext>
            </a:extLst>
          </p:cNvPr>
          <p:cNvSpPr txBox="1">
            <a:spLocks/>
          </p:cNvSpPr>
          <p:nvPr/>
        </p:nvSpPr>
        <p:spPr>
          <a:xfrm>
            <a:off x="1870229" y="1589102"/>
            <a:ext cx="6705600" cy="363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2800"/>
            </a:pPr>
            <a:endParaRPr lang="fr-FR" sz="1800" b="1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algn="l"/>
            <a:r>
              <a:rPr lang="fr-FR" sz="2600" b="1" dirty="0">
                <a:solidFill>
                  <a:schemeClr val="lt1"/>
                </a:solidFill>
                <a:latin typeface="Montserrat"/>
              </a:rPr>
              <a:t>Respect du RGPD : </a:t>
            </a:r>
          </a:p>
          <a:p>
            <a:pPr algn="l"/>
            <a:endParaRPr lang="fr-FR" sz="26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2600" dirty="0">
                <a:solidFill>
                  <a:schemeClr val="lt1"/>
                </a:solidFill>
                <a:latin typeface="Montserrat"/>
              </a:rPr>
              <a:t>Respect des principes et les obligations du règlement général sur la protection des données. </a:t>
            </a:r>
          </a:p>
          <a:p>
            <a:pPr algn="l"/>
            <a:endParaRPr lang="fr-FR" sz="26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2600" dirty="0">
                <a:solidFill>
                  <a:schemeClr val="lt1"/>
                </a:solidFill>
                <a:latin typeface="Montserrat"/>
              </a:rPr>
              <a:t>Politique de confidentialité claire et consentement à la collecte et au traitement des données de manière transparente. </a:t>
            </a:r>
          </a:p>
          <a:p>
            <a:pPr algn="l"/>
            <a:endParaRPr lang="fr-FR" sz="26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2600" dirty="0">
                <a:solidFill>
                  <a:schemeClr val="lt1"/>
                </a:solidFill>
                <a:latin typeface="Montserrat"/>
              </a:rPr>
              <a:t>Sécuriser les données personnelles collectées et  permettre aux utilisateurs de gérer leurs préférences </a:t>
            </a:r>
          </a:p>
          <a:p>
            <a:pPr algn="l"/>
            <a:r>
              <a:rPr lang="fr-FR" sz="2600" dirty="0">
                <a:solidFill>
                  <a:schemeClr val="lt1"/>
                </a:solidFill>
                <a:latin typeface="Montserrat"/>
              </a:rPr>
              <a:t>en matière de confidentialité.</a:t>
            </a:r>
          </a:p>
          <a:p>
            <a:br>
              <a:rPr lang="fr-FR" sz="2400" dirty="0"/>
            </a:br>
            <a:b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</a:b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0623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2" name="Google Shape;2362;p16"/>
          <p:cNvSpPr txBox="1">
            <a:spLocks noGrp="1"/>
          </p:cNvSpPr>
          <p:nvPr>
            <p:ph type="title"/>
          </p:nvPr>
        </p:nvSpPr>
        <p:spPr>
          <a:xfrm>
            <a:off x="1350300" y="30517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6) Contraintes et spécificités techniques et règlementaires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4855EA-5E34-3F39-1589-CE8CF29FF64C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" name="Google Shape;127;p20">
            <a:extLst>
              <a:ext uri="{FF2B5EF4-FFF2-40B4-BE49-F238E27FC236}">
                <a16:creationId xmlns:a16="http://schemas.microsoft.com/office/drawing/2014/main" id="{A9781DF2-405E-AD56-4188-DD33A20492FF}"/>
              </a:ext>
            </a:extLst>
          </p:cNvPr>
          <p:cNvSpPr txBox="1">
            <a:spLocks/>
          </p:cNvSpPr>
          <p:nvPr/>
        </p:nvSpPr>
        <p:spPr>
          <a:xfrm>
            <a:off x="1657350" y="1768474"/>
            <a:ext cx="6918479" cy="3069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lnSpc>
                <a:spcPct val="90000"/>
              </a:lnSpc>
              <a:spcBef>
                <a:spcPts val="1000"/>
              </a:spcBef>
              <a:buSzPts val="1800"/>
            </a:pPr>
            <a:r>
              <a:rPr lang="fr-FR" sz="1800" b="1" dirty="0">
                <a:solidFill>
                  <a:schemeClr val="lt1"/>
                </a:solidFill>
                <a:latin typeface="Montserrat"/>
              </a:rPr>
              <a:t>Droits d'auteur </a:t>
            </a:r>
            <a:r>
              <a:rPr lang="fr-FR" sz="1800" dirty="0">
                <a:solidFill>
                  <a:schemeClr val="lt1"/>
                </a:solidFill>
                <a:latin typeface="Montserrat"/>
              </a:rPr>
              <a:t>: Avoir les autorisations nécessaires pour utiliser les éléments visuels, tels que les images, les graphiques ou les modèles dans mon portfolio si nécessaire.</a:t>
            </a:r>
          </a:p>
        </p:txBody>
      </p:sp>
    </p:spTree>
    <p:extLst>
      <p:ext uri="{BB962C8B-B14F-4D97-AF65-F5344CB8AC3E}">
        <p14:creationId xmlns:p14="http://schemas.microsoft.com/office/powerpoint/2010/main" val="1195710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Google Shape;2356;p15"/>
          <p:cNvSpPr txBox="1">
            <a:spLocks noGrp="1"/>
          </p:cNvSpPr>
          <p:nvPr>
            <p:ph type="title"/>
          </p:nvPr>
        </p:nvSpPr>
        <p:spPr>
          <a:xfrm>
            <a:off x="5271872" y="1517375"/>
            <a:ext cx="3872128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2800" dirty="0"/>
              <a:t>Qualité et performances</a:t>
            </a:r>
            <a:endParaRPr dirty="0"/>
          </a:p>
        </p:txBody>
      </p:sp>
      <p:sp>
        <p:nvSpPr>
          <p:cNvPr id="2357" name="Google Shape;2357;p15"/>
          <p:cNvSpPr txBox="1">
            <a:spLocks noGrp="1"/>
          </p:cNvSpPr>
          <p:nvPr>
            <p:ph type="title" idx="2"/>
          </p:nvPr>
        </p:nvSpPr>
        <p:spPr>
          <a:xfrm>
            <a:off x="3139700" y="15173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 dirty="0"/>
              <a:t>07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C4C702B-B346-3044-318B-97738C506517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021148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1053638" y="39699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7) Qualité et performances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E7FD95EA-A072-72C4-AA89-25CEEBE9FF43}"/>
              </a:ext>
            </a:extLst>
          </p:cNvPr>
          <p:cNvSpPr txBox="1">
            <a:spLocks/>
          </p:cNvSpPr>
          <p:nvPr/>
        </p:nvSpPr>
        <p:spPr>
          <a:xfrm>
            <a:off x="1870228" y="1198805"/>
            <a:ext cx="6900909" cy="363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2600" b="1" dirty="0">
                <a:solidFill>
                  <a:schemeClr val="lt1"/>
                </a:solidFill>
                <a:latin typeface="Montserrat"/>
              </a:rPr>
              <a:t> Les contraintes à prendre en compte : </a:t>
            </a:r>
          </a:p>
          <a:p>
            <a:pPr algn="l"/>
            <a:endParaRPr lang="fr-FR" sz="26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1900" b="1" dirty="0">
                <a:solidFill>
                  <a:schemeClr val="lt1"/>
                </a:solidFill>
                <a:latin typeface="Montserrat"/>
              </a:rPr>
              <a:t>Temps</a:t>
            </a:r>
            <a:r>
              <a:rPr lang="fr-FR" sz="1900" dirty="0">
                <a:solidFill>
                  <a:schemeClr val="lt1"/>
                </a:solidFill>
                <a:latin typeface="Montserrat"/>
              </a:rPr>
              <a:t> : retroplanning à respecter impérativement car le portfolio doit être présenté avant la fin de la formation (27 juillet 2026).</a:t>
            </a:r>
          </a:p>
          <a:p>
            <a:pPr algn="l"/>
            <a:endParaRPr lang="fr-FR" sz="19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1900" b="1" dirty="0">
                <a:solidFill>
                  <a:schemeClr val="lt1"/>
                </a:solidFill>
                <a:latin typeface="Montserrat"/>
              </a:rPr>
              <a:t>Budget</a:t>
            </a:r>
            <a:r>
              <a:rPr lang="fr-FR" sz="1900" dirty="0">
                <a:solidFill>
                  <a:schemeClr val="lt1"/>
                </a:solidFill>
                <a:latin typeface="Montserrat"/>
              </a:rPr>
              <a:t> : budget limité en raison de mon statut d’étudiant et par conséquent, utilisation d’outils gratuits et open source pour la création du portfolio en ligne.</a:t>
            </a:r>
          </a:p>
          <a:p>
            <a:pPr algn="l"/>
            <a:b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</a:b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428441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1053638" y="39699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7) Qualité et performances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E7FD95EA-A072-72C4-AA89-25CEEBE9FF43}"/>
              </a:ext>
            </a:extLst>
          </p:cNvPr>
          <p:cNvSpPr txBox="1">
            <a:spLocks/>
          </p:cNvSpPr>
          <p:nvPr/>
        </p:nvSpPr>
        <p:spPr>
          <a:xfrm>
            <a:off x="1794028" y="1321916"/>
            <a:ext cx="6900909" cy="316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2600" b="1" dirty="0">
                <a:solidFill>
                  <a:schemeClr val="lt1"/>
                </a:solidFill>
                <a:latin typeface="Montserrat"/>
              </a:rPr>
              <a:t> Les contraintes à prendre en compte : </a:t>
            </a:r>
          </a:p>
          <a:p>
            <a:pPr algn="l"/>
            <a:endParaRPr lang="fr-FR" sz="26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1800" b="1" dirty="0">
                <a:solidFill>
                  <a:schemeClr val="lt1"/>
                </a:solidFill>
                <a:latin typeface="Montserrat"/>
              </a:rPr>
              <a:t>Chartes</a:t>
            </a:r>
            <a:r>
              <a:rPr lang="fr-FR" sz="1800" dirty="0">
                <a:solidFill>
                  <a:schemeClr val="lt1"/>
                </a:solidFill>
                <a:latin typeface="Montserrat"/>
              </a:rPr>
              <a:t> : respect du logo fourni par Aéroworld sur les documents</a:t>
            </a:r>
          </a:p>
          <a:p>
            <a:pPr algn="l"/>
            <a:endParaRPr lang="fr-FR" sz="1800" dirty="0">
              <a:solidFill>
                <a:schemeClr val="lt1"/>
              </a:solidFill>
              <a:latin typeface="Montserrat"/>
            </a:endParaRPr>
          </a:p>
          <a:p>
            <a:pPr algn="l"/>
            <a:r>
              <a:rPr lang="fr-FR" sz="1800" b="1" dirty="0">
                <a:solidFill>
                  <a:schemeClr val="lt1"/>
                </a:solidFill>
                <a:latin typeface="Montserrat"/>
              </a:rPr>
              <a:t>Mesure de l’avancement du projet</a:t>
            </a:r>
            <a:r>
              <a:rPr lang="fr-FR" sz="1800" dirty="0">
                <a:solidFill>
                  <a:schemeClr val="lt1"/>
                </a:solidFill>
                <a:latin typeface="Montserrat"/>
              </a:rPr>
              <a:t> : diagramme de Gantt sur Power BI</a:t>
            </a:r>
            <a:b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</a:b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570390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Google Shape;2356;p15"/>
          <p:cNvSpPr txBox="1">
            <a:spLocks noGrp="1"/>
          </p:cNvSpPr>
          <p:nvPr>
            <p:ph type="title"/>
          </p:nvPr>
        </p:nvSpPr>
        <p:spPr>
          <a:xfrm>
            <a:off x="5271872" y="1517375"/>
            <a:ext cx="3872128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2800" dirty="0"/>
              <a:t>Rétroplanning</a:t>
            </a:r>
            <a:endParaRPr dirty="0"/>
          </a:p>
        </p:txBody>
      </p:sp>
      <p:sp>
        <p:nvSpPr>
          <p:cNvPr id="2357" name="Google Shape;2357;p15"/>
          <p:cNvSpPr txBox="1">
            <a:spLocks noGrp="1"/>
          </p:cNvSpPr>
          <p:nvPr>
            <p:ph type="title" idx="2"/>
          </p:nvPr>
        </p:nvSpPr>
        <p:spPr>
          <a:xfrm>
            <a:off x="3139700" y="15173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 dirty="0"/>
              <a:t>08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C4C702B-B346-3044-318B-97738C506517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8653025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951375" y="131724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8) Rétroplanning sur Power BI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22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073876C-E2C1-59EF-8BDE-54425C7F7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764"/>
            <a:ext cx="9144000" cy="473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540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Google Shape;2356;p15"/>
          <p:cNvSpPr txBox="1">
            <a:spLocks noGrp="1"/>
          </p:cNvSpPr>
          <p:nvPr>
            <p:ph type="title"/>
          </p:nvPr>
        </p:nvSpPr>
        <p:spPr>
          <a:xfrm>
            <a:off x="5271872" y="1517375"/>
            <a:ext cx="3872128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2800" dirty="0"/>
              <a:t>Devis</a:t>
            </a:r>
            <a:endParaRPr dirty="0"/>
          </a:p>
        </p:txBody>
      </p:sp>
      <p:sp>
        <p:nvSpPr>
          <p:cNvPr id="2357" name="Google Shape;2357;p15"/>
          <p:cNvSpPr txBox="1">
            <a:spLocks noGrp="1"/>
          </p:cNvSpPr>
          <p:nvPr>
            <p:ph type="title" idx="2"/>
          </p:nvPr>
        </p:nvSpPr>
        <p:spPr>
          <a:xfrm>
            <a:off x="3139700" y="1517375"/>
            <a:ext cx="2015700" cy="1402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n" sz="10000" dirty="0"/>
              <a:t>9</a:t>
            </a:r>
            <a:endParaRPr sz="100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C4C702B-B346-3044-318B-97738C506517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013516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p14"/>
          <p:cNvSpPr txBox="1">
            <a:spLocks noGrp="1"/>
          </p:cNvSpPr>
          <p:nvPr>
            <p:ph type="title"/>
          </p:nvPr>
        </p:nvSpPr>
        <p:spPr>
          <a:xfrm>
            <a:off x="1426500" y="29222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en" b="1" dirty="0"/>
              <a:t>9) Devis</a:t>
            </a:r>
            <a:endParaRPr b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764F8C9-7E6E-044C-B600-F3DF6F64F883}"/>
              </a:ext>
            </a:extLst>
          </p:cNvPr>
          <p:cNvSpPr txBox="1"/>
          <p:nvPr/>
        </p:nvSpPr>
        <p:spPr>
          <a:xfrm>
            <a:off x="8575829" y="4838330"/>
            <a:ext cx="3906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3" name="Google Shape;115;p18">
            <a:extLst>
              <a:ext uri="{FF2B5EF4-FFF2-40B4-BE49-F238E27FC236}">
                <a16:creationId xmlns:a16="http://schemas.microsoft.com/office/drawing/2014/main" id="{7F988345-0D33-D529-3840-EA6FDBD72DD9}"/>
              </a:ext>
            </a:extLst>
          </p:cNvPr>
          <p:cNvSpPr txBox="1">
            <a:spLocks/>
          </p:cNvSpPr>
          <p:nvPr/>
        </p:nvSpPr>
        <p:spPr>
          <a:xfrm>
            <a:off x="2015233" y="1072651"/>
            <a:ext cx="7613990" cy="3888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4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indent="-457200" algn="l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fr-FR" sz="4500" b="1" dirty="0">
                <a:solidFill>
                  <a:schemeClr val="lt1"/>
                </a:solidFill>
                <a:latin typeface="Montserrat"/>
              </a:rPr>
              <a:t>Ressources humaines :</a:t>
            </a:r>
          </a:p>
          <a:p>
            <a:pPr marL="457200" indent="-457200" algn="l">
              <a:buClr>
                <a:schemeClr val="bg1"/>
              </a:buClr>
              <a:buFont typeface="Wingdings" panose="05000000000000000000" pitchFamily="2" charset="2"/>
              <a:buChar char="v"/>
            </a:pPr>
            <a:endParaRPr lang="fr-FR" sz="4500" b="1" dirty="0">
              <a:solidFill>
                <a:schemeClr val="lt1"/>
              </a:solidFill>
              <a:latin typeface="Montserrat"/>
            </a:endParaRPr>
          </a:p>
          <a:p>
            <a:pPr>
              <a:buClr>
                <a:schemeClr val="bg1"/>
              </a:buClr>
            </a:pPr>
            <a:r>
              <a:rPr lang="fr-FR" sz="4500" dirty="0">
                <a:solidFill>
                  <a:schemeClr val="lt1"/>
                </a:solidFill>
                <a:latin typeface="Montserrat"/>
              </a:rPr>
              <a:t>Projet réalisé avec l’aide de Mr Aimen Ziada, mentor d’OpenClassrooms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endParaRPr lang="fr-FR" sz="4500" b="1" dirty="0">
              <a:solidFill>
                <a:schemeClr val="lt1"/>
              </a:solidFill>
              <a:latin typeface="Montserrat"/>
            </a:endParaRPr>
          </a:p>
          <a:p>
            <a:pPr marL="457200" indent="-45720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fr-FR" sz="4500" b="1" dirty="0">
                <a:solidFill>
                  <a:schemeClr val="lt1"/>
                </a:solidFill>
                <a:latin typeface="Montserrat"/>
              </a:rPr>
              <a:t>Matériels et logiciels :</a:t>
            </a:r>
          </a:p>
          <a:p>
            <a:pPr marL="457200" indent="-457200">
              <a:buClr>
                <a:schemeClr val="bg1"/>
              </a:buClr>
              <a:buFont typeface="Wingdings" panose="05000000000000000000" pitchFamily="2" charset="2"/>
              <a:buChar char="v"/>
            </a:pPr>
            <a:endParaRPr lang="fr-FR" sz="4500" b="1" dirty="0">
              <a:solidFill>
                <a:schemeClr val="lt1"/>
              </a:solidFill>
              <a:latin typeface="Montserrat"/>
            </a:endParaRPr>
          </a:p>
          <a:p>
            <a:pPr>
              <a:buClr>
                <a:schemeClr val="bg1"/>
              </a:buClr>
            </a:pPr>
            <a:r>
              <a:rPr lang="fr-FR" sz="4500" dirty="0">
                <a:solidFill>
                  <a:schemeClr val="lt1"/>
                </a:solidFill>
                <a:latin typeface="Montserrat"/>
              </a:rPr>
              <a:t>Utilisation des logiciels </a:t>
            </a:r>
            <a:r>
              <a:rPr lang="fr-FR" sz="4500" dirty="0" err="1">
                <a:solidFill>
                  <a:schemeClr val="lt1"/>
                </a:solidFill>
                <a:latin typeface="Montserrat"/>
              </a:rPr>
              <a:t>Gitmind</a:t>
            </a:r>
            <a:r>
              <a:rPr lang="fr-FR" sz="4500" dirty="0">
                <a:solidFill>
                  <a:schemeClr val="lt1"/>
                </a:solidFill>
                <a:latin typeface="Montserrat"/>
              </a:rPr>
              <a:t>, Power BI, </a:t>
            </a:r>
            <a:r>
              <a:rPr lang="fr-FR" sz="4500" dirty="0" err="1">
                <a:solidFill>
                  <a:schemeClr val="lt1"/>
                </a:solidFill>
                <a:latin typeface="Montserrat"/>
              </a:rPr>
              <a:t>Github</a:t>
            </a:r>
            <a:r>
              <a:rPr lang="fr-FR" sz="4500" dirty="0">
                <a:solidFill>
                  <a:schemeClr val="lt1"/>
                </a:solidFill>
                <a:latin typeface="Montserrat"/>
              </a:rPr>
              <a:t>, </a:t>
            </a:r>
            <a:r>
              <a:rPr lang="fr-FR" sz="4500" dirty="0" err="1">
                <a:solidFill>
                  <a:schemeClr val="lt1"/>
                </a:solidFill>
                <a:latin typeface="Montserrat"/>
              </a:rPr>
              <a:t>Canva</a:t>
            </a:r>
            <a:r>
              <a:rPr lang="fr-FR" sz="4500" dirty="0">
                <a:solidFill>
                  <a:schemeClr val="lt1"/>
                </a:solidFill>
                <a:latin typeface="Montserrat"/>
              </a:rPr>
              <a:t> vidéo</a:t>
            </a:r>
          </a:p>
          <a:p>
            <a:pPr>
              <a:buClr>
                <a:schemeClr val="bg1"/>
              </a:buClr>
            </a:pPr>
            <a:r>
              <a:rPr lang="fr-FR" sz="4500" dirty="0">
                <a:solidFill>
                  <a:schemeClr val="lt1"/>
                </a:solidFill>
                <a:latin typeface="Montserrat"/>
              </a:rPr>
              <a:t> et système d’exploitation Office 365.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endParaRPr lang="fr-FR" sz="4500" dirty="0">
              <a:solidFill>
                <a:schemeClr val="lt1"/>
              </a:solidFill>
              <a:latin typeface="Montserrat"/>
            </a:endParaRPr>
          </a:p>
          <a:p>
            <a:pPr marL="457200" indent="-457200" algn="l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fr-FR" sz="4500" b="1" dirty="0">
                <a:solidFill>
                  <a:schemeClr val="lt1"/>
                </a:solidFill>
                <a:latin typeface="Montserrat"/>
              </a:rPr>
              <a:t>Coût final :</a:t>
            </a:r>
          </a:p>
          <a:p>
            <a:pPr marL="457200" indent="-457200" algn="l">
              <a:buClr>
                <a:schemeClr val="bg1"/>
              </a:buClr>
              <a:buFont typeface="Wingdings" panose="05000000000000000000" pitchFamily="2" charset="2"/>
              <a:buChar char="v"/>
            </a:pPr>
            <a:endParaRPr lang="fr-FR" sz="4500" b="1" dirty="0">
              <a:solidFill>
                <a:schemeClr val="lt1"/>
              </a:solidFill>
              <a:latin typeface="Montserrat"/>
            </a:endParaRPr>
          </a:p>
          <a:p>
            <a:pPr>
              <a:buClr>
                <a:schemeClr val="bg1"/>
              </a:buClr>
            </a:pPr>
            <a:r>
              <a:rPr lang="fr-FR" sz="4500" dirty="0">
                <a:solidFill>
                  <a:schemeClr val="lt1"/>
                </a:solidFill>
                <a:latin typeface="Montserrat"/>
              </a:rPr>
              <a:t>Non-significatif en argent mais en terme de temps de conception du portfolio, projet extrêmement chronophage…</a:t>
            </a:r>
            <a:endParaRPr lang="fr-FR" sz="1800" dirty="0">
              <a:solidFill>
                <a:schemeClr val="lt1"/>
              </a:solidFill>
              <a:latin typeface="Montserrat"/>
            </a:endParaRPr>
          </a:p>
          <a:p>
            <a:endParaRPr lang="fr-FR" sz="1800" dirty="0">
              <a:solidFill>
                <a:schemeClr val="lt1"/>
              </a:solidFill>
              <a:latin typeface="Montserrat"/>
            </a:endParaRPr>
          </a:p>
          <a:p>
            <a:endParaRPr lang="fr-FR" sz="1800" dirty="0">
              <a:solidFill>
                <a:schemeClr val="lt1"/>
              </a:solidFill>
              <a:latin typeface="Montserrat"/>
            </a:endParaRPr>
          </a:p>
          <a:p>
            <a:pPr algn="l"/>
            <a:endParaRPr lang="fr-FR" sz="2100" dirty="0">
              <a:solidFill>
                <a:schemeClr val="lt1"/>
              </a:solidFill>
              <a:latin typeface="Montserrat"/>
            </a:endParaRPr>
          </a:p>
          <a:p>
            <a:pPr algn="l"/>
            <a:br>
              <a:rPr lang="fr-FR" sz="1800" dirty="0">
                <a:solidFill>
                  <a:schemeClr val="lt1"/>
                </a:solidFill>
                <a:latin typeface="Montserrat"/>
                <a:sym typeface="Montserrat"/>
              </a:rPr>
            </a:br>
            <a:endParaRPr lang="fr-FR" sz="1800" dirty="0">
              <a:solidFill>
                <a:schemeClr val="lt1"/>
              </a:solidFill>
              <a:latin typeface="Montserrat"/>
              <a:sym typeface="Montserrat"/>
            </a:endParaRPr>
          </a:p>
          <a:p>
            <a:pPr marL="228600" indent="-228600">
              <a:lnSpc>
                <a:spcPct val="90000"/>
              </a:lnSpc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676290898"/>
      </p:ext>
    </p:extLst>
  </p:cSld>
  <p:clrMapOvr>
    <a:masterClrMapping/>
  </p:clrMapOvr>
</p:sld>
</file>

<file path=ppt/theme/theme1.xml><?xml version="1.0" encoding="utf-8"?>
<a:theme xmlns:a="http://schemas.openxmlformats.org/drawingml/2006/main" name="Big Data Science Consulting Toolkit by Slidesgo">
  <a:themeElements>
    <a:clrScheme name="Simple Light">
      <a:dk1>
        <a:srgbClr val="351C75"/>
      </a:dk1>
      <a:lt1>
        <a:srgbClr val="FFFFFF"/>
      </a:lt1>
      <a:dk2>
        <a:srgbClr val="674EA7"/>
      </a:dk2>
      <a:lt2>
        <a:srgbClr val="FFFFFF"/>
      </a:lt2>
      <a:accent1>
        <a:srgbClr val="00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30606</TotalTime>
  <Words>888</Words>
  <Application>Microsoft Office PowerPoint</Application>
  <PresentationFormat>Affichage à l'écran (16:9)</PresentationFormat>
  <Paragraphs>198</Paragraphs>
  <Slides>26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6" baseType="lpstr">
      <vt:lpstr>Space Grotesk Medium</vt:lpstr>
      <vt:lpstr>Space Grotesk Light</vt:lpstr>
      <vt:lpstr>Montserrat</vt:lpstr>
      <vt:lpstr>Courier New</vt:lpstr>
      <vt:lpstr>Arial</vt:lpstr>
      <vt:lpstr>Space Grotesk</vt:lpstr>
      <vt:lpstr>Calibri</vt:lpstr>
      <vt:lpstr>Dosis</vt:lpstr>
      <vt:lpstr>Wingdings</vt:lpstr>
      <vt:lpstr>Big Data Science Consulting Toolkit by Slidesgo</vt:lpstr>
      <vt:lpstr>Cahier des charges</vt:lpstr>
      <vt:lpstr>Présentation PowerPoint</vt:lpstr>
      <vt:lpstr>Sommaire</vt:lpstr>
      <vt:lpstr>Présentation du projet</vt:lpstr>
      <vt:lpstr>1) Définir le contexte</vt:lpstr>
      <vt:lpstr>Enjeux et objectifs </vt:lpstr>
      <vt:lpstr>Présentation PowerPoint</vt:lpstr>
      <vt:lpstr>Présentation PowerPoint</vt:lpstr>
      <vt:lpstr>Présentation PowerPoint</vt:lpstr>
      <vt:lpstr>Equipe du projet</vt:lpstr>
      <vt:lpstr>Présentation PowerPoint</vt:lpstr>
      <vt:lpstr>Spécifications ergonomiques</vt:lpstr>
      <vt:lpstr>4) Spécifications ergonomiques</vt:lpstr>
      <vt:lpstr>Spécifications fonctionnelles</vt:lpstr>
      <vt:lpstr>5) Spécifications fonctionnelles</vt:lpstr>
      <vt:lpstr>Contraintes et spécificités techniques et règlementaires</vt:lpstr>
      <vt:lpstr>6) Contraintes et spécificités techniques et réglementaires</vt:lpstr>
      <vt:lpstr>6) Contraintes et spécificités techniques et réglementaires</vt:lpstr>
      <vt:lpstr>6) Contraintes et spécificités techniques et règlementaires</vt:lpstr>
      <vt:lpstr>Qualité et performances</vt:lpstr>
      <vt:lpstr>7) Qualité et performances</vt:lpstr>
      <vt:lpstr>7) Qualité et performances</vt:lpstr>
      <vt:lpstr>Rétroplanning</vt:lpstr>
      <vt:lpstr>8) Rétroplanning sur Power BI</vt:lpstr>
      <vt:lpstr>Devis</vt:lpstr>
      <vt:lpstr>9) Devis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Jeremy</dc:creator>
  <cp:lastModifiedBy>Cindy Arroyo</cp:lastModifiedBy>
  <cp:revision>16</cp:revision>
  <cp:lastPrinted>2024-08-31T10:30:14Z</cp:lastPrinted>
  <dcterms:modified xsi:type="dcterms:W3CDTF">2026-07-17T23:54:16Z</dcterms:modified>
</cp:coreProperties>
</file>